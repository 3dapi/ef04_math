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77" r:id="rId2"/>
    <p:sldId id="285" r:id="rId3"/>
    <p:sldId id="286" r:id="rId4"/>
    <p:sldId id="299" r:id="rId5"/>
    <p:sldId id="287" r:id="rId6"/>
    <p:sldId id="288" r:id="rId7"/>
    <p:sldId id="306" r:id="rId8"/>
    <p:sldId id="305" r:id="rId9"/>
    <p:sldId id="307" r:id="rId10"/>
    <p:sldId id="308" r:id="rId11"/>
    <p:sldId id="309" r:id="rId12"/>
    <p:sldId id="297" r:id="rId13"/>
    <p:sldId id="293" r:id="rId14"/>
    <p:sldId id="294" r:id="rId15"/>
    <p:sldId id="298" r:id="rId16"/>
    <p:sldId id="256" r:id="rId17"/>
    <p:sldId id="257" r:id="rId18"/>
    <p:sldId id="258" r:id="rId19"/>
    <p:sldId id="296" r:id="rId20"/>
    <p:sldId id="259" r:id="rId21"/>
    <p:sldId id="295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82" r:id="rId30"/>
    <p:sldId id="281" r:id="rId31"/>
    <p:sldId id="283" r:id="rId32"/>
    <p:sldId id="310" r:id="rId33"/>
    <p:sldId id="284" r:id="rId34"/>
    <p:sldId id="267" r:id="rId35"/>
    <p:sldId id="268" r:id="rId36"/>
    <p:sldId id="269" r:id="rId37"/>
    <p:sldId id="300" r:id="rId38"/>
    <p:sldId id="303" r:id="rId39"/>
    <p:sldId id="302" r:id="rId40"/>
    <p:sldId id="301" r:id="rId41"/>
    <p:sldId id="304" r:id="rId42"/>
    <p:sldId id="311" r:id="rId43"/>
  </p:sldIdLst>
  <p:sldSz cx="6858000" cy="9906000" type="A4"/>
  <p:notesSz cx="9782175" cy="66484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328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3" autoAdjust="0"/>
    <p:restoredTop sz="99708" autoAdjust="0"/>
  </p:normalViewPr>
  <p:slideViewPr>
    <p:cSldViewPr>
      <p:cViewPr varScale="1">
        <p:scale>
          <a:sx n="88" d="100"/>
          <a:sy n="88" d="100"/>
        </p:scale>
        <p:origin x="3138" y="108"/>
      </p:cViewPr>
      <p:guideLst>
        <p:guide orient="horz" pos="5328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79D55FF-638B-62A7-02E3-5796B4414D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37038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9B88F53-B377-6DE8-0A50-1C50D596755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45138" y="0"/>
            <a:ext cx="4237037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44DE53FF-3169-D4AD-B2E9-067804A20A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16663"/>
            <a:ext cx="423703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B6ED0A1-A9AA-2E8F-7AB9-63ABFB33A27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45138" y="6316663"/>
            <a:ext cx="4237037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8704E4F-1A3E-4F39-BCCE-2D2FDB3576A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73195A4-5B12-2035-D9A3-985C09C977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386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95E9241-3EE6-216B-80FC-36A964DF350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540375" y="0"/>
            <a:ext cx="4240213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D01DCE6C-1780-D403-BFE4-8AC71D060CF3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4027488" y="498475"/>
            <a:ext cx="1727200" cy="24939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6D70A7C5-15E3-8F64-7AA8-1A4202C535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7900" y="3157538"/>
            <a:ext cx="7826375" cy="299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469A1DB8-924F-8761-0F9D-D45A85A137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15075"/>
            <a:ext cx="42386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CD310E4E-E030-7E62-F026-FA8959A6A0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40375" y="6315075"/>
            <a:ext cx="4240213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2A3D0C6-3B42-4BFC-8C56-8774F11178D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378685AA-2F6E-12F6-F334-3239D61810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CD30CA6-9836-4B70-BC24-B57989301662}" type="slidenum">
              <a:rPr lang="en-US" altLang="ko-KR" sz="1200"/>
              <a:pPr eaLnBrk="1" hangingPunct="1"/>
              <a:t>1</a:t>
            </a:fld>
            <a:endParaRPr lang="en-US" altLang="ko-KR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18EFA407-D220-B01A-A95E-14A9901C6F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FE66DFC7-B581-F4E1-DC92-1C6188117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8C2EC4-89B5-5FA7-84D9-95DAE4D612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5BE3A8-D869-4AA0-286D-BEE933513A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E5AFF9-4D5F-E138-927F-37BB6C77DE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FEE9F8-2682-437E-9161-6CFDA3A7E34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884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90A8D3-FBA8-D39E-BC28-D7958280B9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FF82CD-BBEB-779D-B46D-4712AC1329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D6B2A8-0CD5-8476-F4EA-04528FFE94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BBC42C-E064-44DA-9E46-3A150C58846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431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DC0D07-C58C-00D5-9218-8263D42A1B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A2FA6E-D166-811C-6FEB-44E5FC4338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46FF85-5442-1CD5-E561-0555A42E1C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301C26-0BA8-4B3F-A612-3693C028E64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0608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3400" y="1371600"/>
            <a:ext cx="2838450" cy="7891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24250" y="1371600"/>
            <a:ext cx="2838450" cy="7891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09480F-BCDF-BB0F-70A1-CF5B8A6B00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A90BC8-FA7C-CDA3-E57D-A3ADA6E1D4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268DD4-F0F6-A3F3-B6F4-2FE44F935D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1111BD-ECE6-4516-A276-417C4F0F08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73099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3" y="2217738"/>
            <a:ext cx="3030537" cy="923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3" y="3141663"/>
            <a:ext cx="3030537" cy="5707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BF1B489-F21F-BB69-4478-91C740A3A6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D3D860F-7354-C5C7-D516-E6D0E608B6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01327DB-C501-4240-E77B-F4B500C24A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43A010-ACF5-478C-B05C-F9F01A7EEF1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1013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5BF7CEC-4F1B-D4CD-01AC-E23D9CE629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FB681D-E0E6-98BF-6FD2-FA6708E520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9471618-D394-6488-6E81-B6349F0318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B6FED8-3F76-4073-B597-CEDE8C6E152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089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734302D-86CC-878C-D8BC-38AF98D294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B3110EC-124E-D246-31C4-D00423B41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73EF9B0-2999-EAFB-E63E-F4B36E4C8F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585363-797B-4906-9874-B13A16C8B45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894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700"/>
            <a:ext cx="3833812" cy="8455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14EF9A-165C-78B9-B7BF-5577467F86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8A4B33-617D-36D8-18B6-4F7FBAF23E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956606-C3BF-D0EB-9B66-41FF6BCD05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BDD1A1-C3D3-49FD-A29C-97D1650B39F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293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825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2EDBEA-BC47-EAC0-AA7F-ABA56F9F39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A88703-8066-BCF4-8678-09A5E51BB4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AC370D-C121-9680-6EA0-0279A41B27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E0CDD0-F251-47F6-BB84-F12938C7ED3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450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67FC9C-2074-04D1-13BD-8110F758F5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1F30B5-03A8-67D8-D9AF-7AD06A84C0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EBB60A-4ABB-C93E-AFAB-C1E3818459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041BD8-CB59-4BF9-AC33-BA2B2FC2962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24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895850" y="457200"/>
            <a:ext cx="1466850" cy="880586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457200"/>
            <a:ext cx="4248150" cy="88058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F22349-1144-512D-6322-36B074866C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C8AADD-C3F7-8089-7881-6194292FE5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F207E5-DA48-ED73-BCE9-986867098A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F0F63F-AD43-4225-B07D-354B3E9AC7B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73899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457200"/>
            <a:ext cx="5867400" cy="88058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5F9DBB8-7563-9B13-B619-F8AE5BBC99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4968FD3-8DEB-1310-5A75-9A0CEF0430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7F37166-778E-7F97-5440-B3FAF9A417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F7EAE9-B376-4119-9798-6520C65E5F1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67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B52D01E-6D40-8CD5-ED49-009833709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457200"/>
            <a:ext cx="582930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C896833-3C8D-362B-D925-EC86003D9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371600"/>
            <a:ext cx="5829300" cy="789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1521E38-DEE2-8B36-1BD1-D88851A75E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9024938"/>
            <a:ext cx="14287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DB335C7-831E-E6AF-47BF-364F41E5B6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9024938"/>
            <a:ext cx="21717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994AC9-DC20-DDE5-BCF3-1C3DF3B10C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9024938"/>
            <a:ext cx="14287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439ED90-6598-4A64-B8CA-1AAD09A1EC1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20.bin"/><Relationship Id="rId26" Type="http://schemas.openxmlformats.org/officeDocument/2006/relationships/oleObject" Target="../embeddings/oleObject24.bin"/><Relationship Id="rId3" Type="http://schemas.openxmlformats.org/officeDocument/2006/relationships/image" Target="../media/image12.wmf"/><Relationship Id="rId21" Type="http://schemas.openxmlformats.org/officeDocument/2006/relationships/image" Target="../media/image20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18.wmf"/><Relationship Id="rId25" Type="http://schemas.openxmlformats.org/officeDocument/2006/relationships/image" Target="../media/image22.w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29" Type="http://schemas.openxmlformats.org/officeDocument/2006/relationships/image" Target="../media/image2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23.bin"/><Relationship Id="rId5" Type="http://schemas.openxmlformats.org/officeDocument/2006/relationships/image" Target="../media/image13.wmf"/><Relationship Id="rId15" Type="http://schemas.openxmlformats.org/officeDocument/2006/relationships/image" Target="../media/image17.wmf"/><Relationship Id="rId23" Type="http://schemas.openxmlformats.org/officeDocument/2006/relationships/image" Target="../media/image21.wmf"/><Relationship Id="rId28" Type="http://schemas.openxmlformats.org/officeDocument/2006/relationships/oleObject" Target="../embeddings/oleObject25.bin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19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2.bin"/><Relationship Id="rId27" Type="http://schemas.openxmlformats.org/officeDocument/2006/relationships/image" Target="../media/image23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wmf"/><Relationship Id="rId18" Type="http://schemas.openxmlformats.org/officeDocument/2006/relationships/oleObject" Target="../embeddings/oleObject34.bin"/><Relationship Id="rId26" Type="http://schemas.openxmlformats.org/officeDocument/2006/relationships/oleObject" Target="../embeddings/oleObject38.bin"/><Relationship Id="rId39" Type="http://schemas.openxmlformats.org/officeDocument/2006/relationships/image" Target="../media/image43.wmf"/><Relationship Id="rId21" Type="http://schemas.openxmlformats.org/officeDocument/2006/relationships/image" Target="../media/image34.wmf"/><Relationship Id="rId34" Type="http://schemas.openxmlformats.org/officeDocument/2006/relationships/oleObject" Target="../embeddings/oleObject42.bin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32.wmf"/><Relationship Id="rId25" Type="http://schemas.openxmlformats.org/officeDocument/2006/relationships/image" Target="../media/image36.wmf"/><Relationship Id="rId33" Type="http://schemas.openxmlformats.org/officeDocument/2006/relationships/image" Target="../media/image40.wmf"/><Relationship Id="rId38" Type="http://schemas.openxmlformats.org/officeDocument/2006/relationships/oleObject" Target="../embeddings/oleObject44.bin"/><Relationship Id="rId2" Type="http://schemas.openxmlformats.org/officeDocument/2006/relationships/oleObject" Target="../embeddings/oleObject26.bin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29" Type="http://schemas.openxmlformats.org/officeDocument/2006/relationships/image" Target="../media/image3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29.wmf"/><Relationship Id="rId24" Type="http://schemas.openxmlformats.org/officeDocument/2006/relationships/oleObject" Target="../embeddings/oleObject37.bin"/><Relationship Id="rId32" Type="http://schemas.openxmlformats.org/officeDocument/2006/relationships/oleObject" Target="../embeddings/oleObject41.bin"/><Relationship Id="rId37" Type="http://schemas.openxmlformats.org/officeDocument/2006/relationships/image" Target="../media/image42.wmf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23" Type="http://schemas.openxmlformats.org/officeDocument/2006/relationships/image" Target="../media/image35.wmf"/><Relationship Id="rId28" Type="http://schemas.openxmlformats.org/officeDocument/2006/relationships/oleObject" Target="../embeddings/oleObject39.bin"/><Relationship Id="rId36" Type="http://schemas.openxmlformats.org/officeDocument/2006/relationships/oleObject" Target="../embeddings/oleObject43.bin"/><Relationship Id="rId10" Type="http://schemas.openxmlformats.org/officeDocument/2006/relationships/oleObject" Target="../embeddings/oleObject30.bin"/><Relationship Id="rId19" Type="http://schemas.openxmlformats.org/officeDocument/2006/relationships/image" Target="../media/image33.wmf"/><Relationship Id="rId31" Type="http://schemas.openxmlformats.org/officeDocument/2006/relationships/image" Target="../media/image39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32.bin"/><Relationship Id="rId22" Type="http://schemas.openxmlformats.org/officeDocument/2006/relationships/oleObject" Target="../embeddings/oleObject36.bin"/><Relationship Id="rId27" Type="http://schemas.openxmlformats.org/officeDocument/2006/relationships/image" Target="../media/image37.wmf"/><Relationship Id="rId30" Type="http://schemas.openxmlformats.org/officeDocument/2006/relationships/oleObject" Target="../embeddings/oleObject40.bin"/><Relationship Id="rId35" Type="http://schemas.openxmlformats.org/officeDocument/2006/relationships/image" Target="../media/image41.wmf"/><Relationship Id="rId8" Type="http://schemas.openxmlformats.org/officeDocument/2006/relationships/oleObject" Target="../embeddings/oleObject29.bin"/><Relationship Id="rId3" Type="http://schemas.openxmlformats.org/officeDocument/2006/relationships/image" Target="../media/image2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53.bin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51.wmf"/><Relationship Id="rId2" Type="http://schemas.openxmlformats.org/officeDocument/2006/relationships/oleObject" Target="../embeddings/oleObject45.bin"/><Relationship Id="rId16" Type="http://schemas.openxmlformats.org/officeDocument/2006/relationships/oleObject" Target="../embeddings/oleObject5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49.bin"/><Relationship Id="rId19" Type="http://schemas.openxmlformats.org/officeDocument/2006/relationships/image" Target="../media/image52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5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59.bin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6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64.wmf"/><Relationship Id="rId3" Type="http://schemas.openxmlformats.org/officeDocument/2006/relationships/image" Target="../media/image54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65.bin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5" Type="http://schemas.openxmlformats.org/officeDocument/2006/relationships/image" Target="../media/image65.w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66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wmf"/><Relationship Id="rId18" Type="http://schemas.openxmlformats.org/officeDocument/2006/relationships/oleObject" Target="../embeddings/oleObject75.bin"/><Relationship Id="rId26" Type="http://schemas.openxmlformats.org/officeDocument/2006/relationships/oleObject" Target="../embeddings/oleObject79.bin"/><Relationship Id="rId39" Type="http://schemas.openxmlformats.org/officeDocument/2006/relationships/image" Target="../media/image80.wmf"/><Relationship Id="rId21" Type="http://schemas.openxmlformats.org/officeDocument/2006/relationships/image" Target="../media/image73.wmf"/><Relationship Id="rId34" Type="http://schemas.openxmlformats.org/officeDocument/2006/relationships/oleObject" Target="../embeddings/oleObject83.bin"/><Relationship Id="rId7" Type="http://schemas.openxmlformats.org/officeDocument/2006/relationships/image" Target="../media/image68.wmf"/><Relationship Id="rId2" Type="http://schemas.openxmlformats.org/officeDocument/2006/relationships/oleObject" Target="../embeddings/oleObject67.bin"/><Relationship Id="rId16" Type="http://schemas.openxmlformats.org/officeDocument/2006/relationships/oleObject" Target="../embeddings/oleObject74.bin"/><Relationship Id="rId20" Type="http://schemas.openxmlformats.org/officeDocument/2006/relationships/oleObject" Target="../embeddings/oleObject76.bin"/><Relationship Id="rId29" Type="http://schemas.openxmlformats.org/officeDocument/2006/relationships/image" Target="../media/image14.wmf"/><Relationship Id="rId41" Type="http://schemas.openxmlformats.org/officeDocument/2006/relationships/image" Target="../media/image8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8.wmf"/><Relationship Id="rId24" Type="http://schemas.openxmlformats.org/officeDocument/2006/relationships/oleObject" Target="../embeddings/oleObject78.bin"/><Relationship Id="rId32" Type="http://schemas.openxmlformats.org/officeDocument/2006/relationships/oleObject" Target="../embeddings/oleObject82.bin"/><Relationship Id="rId37" Type="http://schemas.openxmlformats.org/officeDocument/2006/relationships/image" Target="../media/image79.wmf"/><Relationship Id="rId40" Type="http://schemas.openxmlformats.org/officeDocument/2006/relationships/oleObject" Target="../embeddings/oleObject86.bin"/><Relationship Id="rId5" Type="http://schemas.openxmlformats.org/officeDocument/2006/relationships/image" Target="../media/image67.wmf"/><Relationship Id="rId15" Type="http://schemas.openxmlformats.org/officeDocument/2006/relationships/image" Target="../media/image51.wmf"/><Relationship Id="rId23" Type="http://schemas.openxmlformats.org/officeDocument/2006/relationships/image" Target="../media/image74.wmf"/><Relationship Id="rId28" Type="http://schemas.openxmlformats.org/officeDocument/2006/relationships/oleObject" Target="../embeddings/oleObject80.bin"/><Relationship Id="rId36" Type="http://schemas.openxmlformats.org/officeDocument/2006/relationships/oleObject" Target="../embeddings/oleObject84.bin"/><Relationship Id="rId10" Type="http://schemas.openxmlformats.org/officeDocument/2006/relationships/oleObject" Target="../embeddings/oleObject71.bin"/><Relationship Id="rId19" Type="http://schemas.openxmlformats.org/officeDocument/2006/relationships/image" Target="../media/image72.wmf"/><Relationship Id="rId31" Type="http://schemas.openxmlformats.org/officeDocument/2006/relationships/image" Target="../media/image15.wmf"/><Relationship Id="rId4" Type="http://schemas.openxmlformats.org/officeDocument/2006/relationships/oleObject" Target="../embeddings/oleObject68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73.bin"/><Relationship Id="rId22" Type="http://schemas.openxmlformats.org/officeDocument/2006/relationships/oleObject" Target="../embeddings/oleObject77.bin"/><Relationship Id="rId27" Type="http://schemas.openxmlformats.org/officeDocument/2006/relationships/image" Target="../media/image76.wmf"/><Relationship Id="rId30" Type="http://schemas.openxmlformats.org/officeDocument/2006/relationships/oleObject" Target="../embeddings/oleObject81.bin"/><Relationship Id="rId35" Type="http://schemas.openxmlformats.org/officeDocument/2006/relationships/image" Target="../media/image78.wmf"/><Relationship Id="rId8" Type="http://schemas.openxmlformats.org/officeDocument/2006/relationships/oleObject" Target="../embeddings/oleObject70.bin"/><Relationship Id="rId3" Type="http://schemas.openxmlformats.org/officeDocument/2006/relationships/image" Target="../media/image66.wmf"/><Relationship Id="rId12" Type="http://schemas.openxmlformats.org/officeDocument/2006/relationships/oleObject" Target="../embeddings/oleObject72.bin"/><Relationship Id="rId17" Type="http://schemas.openxmlformats.org/officeDocument/2006/relationships/image" Target="../media/image71.wmf"/><Relationship Id="rId25" Type="http://schemas.openxmlformats.org/officeDocument/2006/relationships/image" Target="../media/image75.wmf"/><Relationship Id="rId33" Type="http://schemas.openxmlformats.org/officeDocument/2006/relationships/image" Target="../media/image77.wmf"/><Relationship Id="rId38" Type="http://schemas.openxmlformats.org/officeDocument/2006/relationships/oleObject" Target="../embeddings/oleObject8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75.wmf"/><Relationship Id="rId18" Type="http://schemas.openxmlformats.org/officeDocument/2006/relationships/oleObject" Target="../embeddings/oleObject95.bin"/><Relationship Id="rId26" Type="http://schemas.openxmlformats.org/officeDocument/2006/relationships/oleObject" Target="../embeddings/oleObject99.bin"/><Relationship Id="rId3" Type="http://schemas.openxmlformats.org/officeDocument/2006/relationships/image" Target="../media/image33.wmf"/><Relationship Id="rId21" Type="http://schemas.openxmlformats.org/officeDocument/2006/relationships/image" Target="../media/image83.w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15.wmf"/><Relationship Id="rId25" Type="http://schemas.openxmlformats.org/officeDocument/2006/relationships/image" Target="../media/image85.wmf"/><Relationship Id="rId2" Type="http://schemas.openxmlformats.org/officeDocument/2006/relationships/oleObject" Target="../embeddings/oleObject87.bin"/><Relationship Id="rId16" Type="http://schemas.openxmlformats.org/officeDocument/2006/relationships/oleObject" Target="../embeddings/oleObject94.bin"/><Relationship Id="rId20" Type="http://schemas.openxmlformats.org/officeDocument/2006/relationships/oleObject" Target="../embeddings/oleObject96.bin"/><Relationship Id="rId29" Type="http://schemas.openxmlformats.org/officeDocument/2006/relationships/image" Target="../media/image8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8.wmf"/><Relationship Id="rId24" Type="http://schemas.openxmlformats.org/officeDocument/2006/relationships/oleObject" Target="../embeddings/oleObject98.bin"/><Relationship Id="rId5" Type="http://schemas.openxmlformats.org/officeDocument/2006/relationships/image" Target="../media/image66.wmf"/><Relationship Id="rId15" Type="http://schemas.openxmlformats.org/officeDocument/2006/relationships/image" Target="../media/image14.wmf"/><Relationship Id="rId23" Type="http://schemas.openxmlformats.org/officeDocument/2006/relationships/image" Target="../media/image84.wmf"/><Relationship Id="rId28" Type="http://schemas.openxmlformats.org/officeDocument/2006/relationships/oleObject" Target="../embeddings/oleObject100.bin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82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93.bin"/><Relationship Id="rId22" Type="http://schemas.openxmlformats.org/officeDocument/2006/relationships/oleObject" Target="../embeddings/oleObject97.bin"/><Relationship Id="rId27" Type="http://schemas.openxmlformats.org/officeDocument/2006/relationships/image" Target="../media/image8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image" Target="../media/image89.wmf"/><Relationship Id="rId18" Type="http://schemas.openxmlformats.org/officeDocument/2006/relationships/oleObject" Target="../embeddings/oleObject109.bin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91.wmf"/><Relationship Id="rId2" Type="http://schemas.openxmlformats.org/officeDocument/2006/relationships/oleObject" Target="../embeddings/oleObject101.bin"/><Relationship Id="rId16" Type="http://schemas.openxmlformats.org/officeDocument/2006/relationships/oleObject" Target="../embeddings/oleObject1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79.wmf"/><Relationship Id="rId5" Type="http://schemas.openxmlformats.org/officeDocument/2006/relationships/image" Target="../media/image88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105.bin"/><Relationship Id="rId19" Type="http://schemas.openxmlformats.org/officeDocument/2006/relationships/image" Target="../media/image92.w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10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95.wmf"/><Relationship Id="rId18" Type="http://schemas.openxmlformats.org/officeDocument/2006/relationships/oleObject" Target="../embeddings/oleObject118.bin"/><Relationship Id="rId3" Type="http://schemas.openxmlformats.org/officeDocument/2006/relationships/image" Target="../media/image8.wmf"/><Relationship Id="rId7" Type="http://schemas.openxmlformats.org/officeDocument/2006/relationships/image" Target="../media/image93.wmf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96.wmf"/><Relationship Id="rId2" Type="http://schemas.openxmlformats.org/officeDocument/2006/relationships/oleObject" Target="../embeddings/oleObject110.bin"/><Relationship Id="rId16" Type="http://schemas.openxmlformats.org/officeDocument/2006/relationships/oleObject" Target="../embeddings/oleObject1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13.wmf"/><Relationship Id="rId5" Type="http://schemas.openxmlformats.org/officeDocument/2006/relationships/image" Target="../media/image70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114.bin"/><Relationship Id="rId19" Type="http://schemas.openxmlformats.org/officeDocument/2006/relationships/image" Target="../media/image97.wmf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94.wmf"/><Relationship Id="rId14" Type="http://schemas.openxmlformats.org/officeDocument/2006/relationships/oleObject" Target="../embeddings/oleObject116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125.bin"/><Relationship Id="rId26" Type="http://schemas.openxmlformats.org/officeDocument/2006/relationships/oleObject" Target="../embeddings/oleObject129.bin"/><Relationship Id="rId39" Type="http://schemas.openxmlformats.org/officeDocument/2006/relationships/image" Target="../media/image112.wmf"/><Relationship Id="rId21" Type="http://schemas.openxmlformats.org/officeDocument/2006/relationships/image" Target="../media/image104.wmf"/><Relationship Id="rId34" Type="http://schemas.openxmlformats.org/officeDocument/2006/relationships/oleObject" Target="../embeddings/oleObject133.bin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02.wmf"/><Relationship Id="rId25" Type="http://schemas.openxmlformats.org/officeDocument/2006/relationships/image" Target="../media/image106.wmf"/><Relationship Id="rId33" Type="http://schemas.openxmlformats.org/officeDocument/2006/relationships/image" Target="../media/image110.wmf"/><Relationship Id="rId38" Type="http://schemas.openxmlformats.org/officeDocument/2006/relationships/oleObject" Target="../embeddings/oleObject135.bin"/><Relationship Id="rId2" Type="http://schemas.openxmlformats.org/officeDocument/2006/relationships/oleObject" Target="../embeddings/oleObject119.bin"/><Relationship Id="rId16" Type="http://schemas.openxmlformats.org/officeDocument/2006/relationships/oleObject" Target="../embeddings/oleObject124.bin"/><Relationship Id="rId20" Type="http://schemas.openxmlformats.org/officeDocument/2006/relationships/oleObject" Target="../embeddings/oleObject126.bin"/><Relationship Id="rId29" Type="http://schemas.openxmlformats.org/officeDocument/2006/relationships/image" Target="../media/image10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99.wmf"/><Relationship Id="rId24" Type="http://schemas.openxmlformats.org/officeDocument/2006/relationships/oleObject" Target="../embeddings/oleObject128.bin"/><Relationship Id="rId32" Type="http://schemas.openxmlformats.org/officeDocument/2006/relationships/oleObject" Target="../embeddings/oleObject132.bin"/><Relationship Id="rId37" Type="http://schemas.openxmlformats.org/officeDocument/2006/relationships/image" Target="../media/image111.wmf"/><Relationship Id="rId5" Type="http://schemas.openxmlformats.org/officeDocument/2006/relationships/image" Target="../media/image13.wmf"/><Relationship Id="rId15" Type="http://schemas.openxmlformats.org/officeDocument/2006/relationships/image" Target="../media/image101.wmf"/><Relationship Id="rId23" Type="http://schemas.openxmlformats.org/officeDocument/2006/relationships/image" Target="../media/image105.wmf"/><Relationship Id="rId28" Type="http://schemas.openxmlformats.org/officeDocument/2006/relationships/oleObject" Target="../embeddings/oleObject130.bin"/><Relationship Id="rId36" Type="http://schemas.openxmlformats.org/officeDocument/2006/relationships/oleObject" Target="../embeddings/oleObject134.bin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103.wmf"/><Relationship Id="rId31" Type="http://schemas.openxmlformats.org/officeDocument/2006/relationships/image" Target="../media/image109.wmf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23.bin"/><Relationship Id="rId22" Type="http://schemas.openxmlformats.org/officeDocument/2006/relationships/oleObject" Target="../embeddings/oleObject127.bin"/><Relationship Id="rId27" Type="http://schemas.openxmlformats.org/officeDocument/2006/relationships/image" Target="../media/image107.wmf"/><Relationship Id="rId30" Type="http://schemas.openxmlformats.org/officeDocument/2006/relationships/oleObject" Target="../embeddings/oleObject131.bin"/><Relationship Id="rId35" Type="http://schemas.openxmlformats.org/officeDocument/2006/relationships/image" Target="../media/image9.wmf"/><Relationship Id="rId8" Type="http://schemas.openxmlformats.org/officeDocument/2006/relationships/oleObject" Target="../embeddings/oleObject116.bin"/><Relationship Id="rId3" Type="http://schemas.openxmlformats.org/officeDocument/2006/relationships/image" Target="../media/image9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44.bin"/><Relationship Id="rId3" Type="http://schemas.openxmlformats.org/officeDocument/2006/relationships/image" Target="../media/image7.wmf"/><Relationship Id="rId21" Type="http://schemas.openxmlformats.org/officeDocument/2006/relationships/image" Target="../media/image116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41.bin"/><Relationship Id="rId17" Type="http://schemas.openxmlformats.org/officeDocument/2006/relationships/image" Target="../media/image114.wmf"/><Relationship Id="rId2" Type="http://schemas.openxmlformats.org/officeDocument/2006/relationships/oleObject" Target="../embeddings/oleObject136.bin"/><Relationship Id="rId16" Type="http://schemas.openxmlformats.org/officeDocument/2006/relationships/oleObject" Target="../embeddings/oleObject143.bin"/><Relationship Id="rId20" Type="http://schemas.openxmlformats.org/officeDocument/2006/relationships/oleObject" Target="../embeddings/oleObject1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5.wmf"/><Relationship Id="rId5" Type="http://schemas.openxmlformats.org/officeDocument/2006/relationships/image" Target="../media/image13.wmf"/><Relationship Id="rId15" Type="http://schemas.openxmlformats.org/officeDocument/2006/relationships/image" Target="../media/image113.wmf"/><Relationship Id="rId23" Type="http://schemas.openxmlformats.org/officeDocument/2006/relationships/image" Target="../media/image117.wmf"/><Relationship Id="rId10" Type="http://schemas.openxmlformats.org/officeDocument/2006/relationships/oleObject" Target="../embeddings/oleObject140.bin"/><Relationship Id="rId19" Type="http://schemas.openxmlformats.org/officeDocument/2006/relationships/image" Target="../media/image115.wmf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42.bin"/><Relationship Id="rId22" Type="http://schemas.openxmlformats.org/officeDocument/2006/relationships/oleObject" Target="../embeddings/oleObject14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image" Target="../media/image119.wmf"/><Relationship Id="rId3" Type="http://schemas.openxmlformats.org/officeDocument/2006/relationships/image" Target="../media/image118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152.bin"/><Relationship Id="rId17" Type="http://schemas.openxmlformats.org/officeDocument/2006/relationships/image" Target="../media/image121.wmf"/><Relationship Id="rId2" Type="http://schemas.openxmlformats.org/officeDocument/2006/relationships/oleObject" Target="../embeddings/oleObject147.bin"/><Relationship Id="rId16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10.wmf"/><Relationship Id="rId5" Type="http://schemas.openxmlformats.org/officeDocument/2006/relationships/image" Target="../media/image7.wmf"/><Relationship Id="rId15" Type="http://schemas.openxmlformats.org/officeDocument/2006/relationships/image" Target="../media/image120.wmf"/><Relationship Id="rId10" Type="http://schemas.openxmlformats.org/officeDocument/2006/relationships/oleObject" Target="../embeddings/oleObject151.bin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53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wmf"/><Relationship Id="rId18" Type="http://schemas.openxmlformats.org/officeDocument/2006/relationships/oleObject" Target="../embeddings/oleObject163.bin"/><Relationship Id="rId26" Type="http://schemas.openxmlformats.org/officeDocument/2006/relationships/oleObject" Target="../embeddings/oleObject167.bin"/><Relationship Id="rId21" Type="http://schemas.openxmlformats.org/officeDocument/2006/relationships/image" Target="../media/image125.wmf"/><Relationship Id="rId34" Type="http://schemas.openxmlformats.org/officeDocument/2006/relationships/oleObject" Target="../embeddings/oleObject171.bin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0.bin"/><Relationship Id="rId17" Type="http://schemas.openxmlformats.org/officeDocument/2006/relationships/image" Target="../media/image110.wmf"/><Relationship Id="rId25" Type="http://schemas.openxmlformats.org/officeDocument/2006/relationships/image" Target="../media/image127.wmf"/><Relationship Id="rId33" Type="http://schemas.openxmlformats.org/officeDocument/2006/relationships/image" Target="../media/image131.wmf"/><Relationship Id="rId2" Type="http://schemas.openxmlformats.org/officeDocument/2006/relationships/oleObject" Target="../embeddings/oleObject155.bin"/><Relationship Id="rId16" Type="http://schemas.openxmlformats.org/officeDocument/2006/relationships/oleObject" Target="../embeddings/oleObject162.bin"/><Relationship Id="rId20" Type="http://schemas.openxmlformats.org/officeDocument/2006/relationships/oleObject" Target="../embeddings/oleObject164.bin"/><Relationship Id="rId29" Type="http://schemas.openxmlformats.org/officeDocument/2006/relationships/image" Target="../media/image12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24.wmf"/><Relationship Id="rId24" Type="http://schemas.openxmlformats.org/officeDocument/2006/relationships/oleObject" Target="../embeddings/oleObject166.bin"/><Relationship Id="rId32" Type="http://schemas.openxmlformats.org/officeDocument/2006/relationships/oleObject" Target="../embeddings/oleObject170.bin"/><Relationship Id="rId37" Type="http://schemas.openxmlformats.org/officeDocument/2006/relationships/image" Target="../media/image133.wmf"/><Relationship Id="rId5" Type="http://schemas.openxmlformats.org/officeDocument/2006/relationships/image" Target="../media/image123.wmf"/><Relationship Id="rId15" Type="http://schemas.openxmlformats.org/officeDocument/2006/relationships/image" Target="../media/image15.wmf"/><Relationship Id="rId23" Type="http://schemas.openxmlformats.org/officeDocument/2006/relationships/image" Target="../media/image126.wmf"/><Relationship Id="rId28" Type="http://schemas.openxmlformats.org/officeDocument/2006/relationships/oleObject" Target="../embeddings/oleObject168.bin"/><Relationship Id="rId36" Type="http://schemas.openxmlformats.org/officeDocument/2006/relationships/oleObject" Target="../embeddings/oleObject172.bin"/><Relationship Id="rId10" Type="http://schemas.openxmlformats.org/officeDocument/2006/relationships/oleObject" Target="../embeddings/oleObject159.bin"/><Relationship Id="rId19" Type="http://schemas.openxmlformats.org/officeDocument/2006/relationships/image" Target="../media/image16.wmf"/><Relationship Id="rId31" Type="http://schemas.openxmlformats.org/officeDocument/2006/relationships/image" Target="../media/image130.wmf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61.bin"/><Relationship Id="rId22" Type="http://schemas.openxmlformats.org/officeDocument/2006/relationships/oleObject" Target="../embeddings/oleObject165.bin"/><Relationship Id="rId27" Type="http://schemas.openxmlformats.org/officeDocument/2006/relationships/image" Target="../media/image128.wmf"/><Relationship Id="rId30" Type="http://schemas.openxmlformats.org/officeDocument/2006/relationships/oleObject" Target="../embeddings/oleObject169.bin"/><Relationship Id="rId35" Type="http://schemas.openxmlformats.org/officeDocument/2006/relationships/image" Target="../media/image132.wmf"/><Relationship Id="rId8" Type="http://schemas.openxmlformats.org/officeDocument/2006/relationships/oleObject" Target="../embeddings/oleObject158.bin"/><Relationship Id="rId3" Type="http://schemas.openxmlformats.org/officeDocument/2006/relationships/image" Target="../media/image12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image" Target="../media/image139.wmf"/><Relationship Id="rId3" Type="http://schemas.openxmlformats.org/officeDocument/2006/relationships/image" Target="../media/image134.wmf"/><Relationship Id="rId7" Type="http://schemas.openxmlformats.org/officeDocument/2006/relationships/image" Target="../media/image136.wmf"/><Relationship Id="rId12" Type="http://schemas.openxmlformats.org/officeDocument/2006/relationships/oleObject" Target="../embeddings/oleObject178.bin"/><Relationship Id="rId17" Type="http://schemas.openxmlformats.org/officeDocument/2006/relationships/image" Target="../media/image141.wmf"/><Relationship Id="rId2" Type="http://schemas.openxmlformats.org/officeDocument/2006/relationships/oleObject" Target="../embeddings/oleObject173.bin"/><Relationship Id="rId16" Type="http://schemas.openxmlformats.org/officeDocument/2006/relationships/oleObject" Target="../embeddings/oleObject1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38.wmf"/><Relationship Id="rId5" Type="http://schemas.openxmlformats.org/officeDocument/2006/relationships/image" Target="../media/image135.wmf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177.bin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37.wmf"/><Relationship Id="rId14" Type="http://schemas.openxmlformats.org/officeDocument/2006/relationships/oleObject" Target="../embeddings/oleObject17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3" Type="http://schemas.openxmlformats.org/officeDocument/2006/relationships/image" Target="../media/image142.wmf"/><Relationship Id="rId7" Type="http://schemas.openxmlformats.org/officeDocument/2006/relationships/image" Target="../media/image144.wmf"/><Relationship Id="rId2" Type="http://schemas.openxmlformats.org/officeDocument/2006/relationships/oleObject" Target="../embeddings/oleObject18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146.wmf"/><Relationship Id="rId5" Type="http://schemas.openxmlformats.org/officeDocument/2006/relationships/image" Target="../media/image143.wmf"/><Relationship Id="rId10" Type="http://schemas.openxmlformats.org/officeDocument/2006/relationships/oleObject" Target="../embeddings/oleObject185.bin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14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oleObject" Target="../embeddings/oleObject186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oleObject" Target="../embeddings/oleObject187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image" Target="../media/image154.wmf"/><Relationship Id="rId3" Type="http://schemas.openxmlformats.org/officeDocument/2006/relationships/image" Target="../media/image149.wmf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193.bin"/><Relationship Id="rId17" Type="http://schemas.openxmlformats.org/officeDocument/2006/relationships/image" Target="../media/image156.wmf"/><Relationship Id="rId2" Type="http://schemas.openxmlformats.org/officeDocument/2006/relationships/oleObject" Target="../embeddings/oleObject188.bin"/><Relationship Id="rId16" Type="http://schemas.openxmlformats.org/officeDocument/2006/relationships/oleObject" Target="../embeddings/oleObject1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153.wmf"/><Relationship Id="rId5" Type="http://schemas.openxmlformats.org/officeDocument/2006/relationships/image" Target="../media/image150.wmf"/><Relationship Id="rId15" Type="http://schemas.openxmlformats.org/officeDocument/2006/relationships/image" Target="../media/image155.wmf"/><Relationship Id="rId10" Type="http://schemas.openxmlformats.org/officeDocument/2006/relationships/oleObject" Target="../embeddings/oleObject192.bin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9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162.wmf"/><Relationship Id="rId18" Type="http://schemas.openxmlformats.org/officeDocument/2006/relationships/oleObject" Target="../embeddings/oleObject204.bin"/><Relationship Id="rId3" Type="http://schemas.openxmlformats.org/officeDocument/2006/relationships/image" Target="../media/image157.wmf"/><Relationship Id="rId21" Type="http://schemas.openxmlformats.org/officeDocument/2006/relationships/image" Target="../media/image166.wmf"/><Relationship Id="rId7" Type="http://schemas.openxmlformats.org/officeDocument/2006/relationships/image" Target="../media/image159.wmf"/><Relationship Id="rId12" Type="http://schemas.openxmlformats.org/officeDocument/2006/relationships/oleObject" Target="../embeddings/oleObject201.bin"/><Relationship Id="rId17" Type="http://schemas.openxmlformats.org/officeDocument/2006/relationships/image" Target="../media/image164.wmf"/><Relationship Id="rId2" Type="http://schemas.openxmlformats.org/officeDocument/2006/relationships/oleObject" Target="../embeddings/oleObject196.bin"/><Relationship Id="rId16" Type="http://schemas.openxmlformats.org/officeDocument/2006/relationships/oleObject" Target="../embeddings/oleObject203.bin"/><Relationship Id="rId20" Type="http://schemas.openxmlformats.org/officeDocument/2006/relationships/oleObject" Target="../embeddings/oleObject2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161.wmf"/><Relationship Id="rId5" Type="http://schemas.openxmlformats.org/officeDocument/2006/relationships/image" Target="../media/image158.wmf"/><Relationship Id="rId15" Type="http://schemas.openxmlformats.org/officeDocument/2006/relationships/image" Target="../media/image163.wmf"/><Relationship Id="rId10" Type="http://schemas.openxmlformats.org/officeDocument/2006/relationships/oleObject" Target="../embeddings/oleObject200.bin"/><Relationship Id="rId19" Type="http://schemas.openxmlformats.org/officeDocument/2006/relationships/image" Target="../media/image165.wmf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160.wmf"/><Relationship Id="rId14" Type="http://schemas.openxmlformats.org/officeDocument/2006/relationships/oleObject" Target="../embeddings/oleObject202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2.wmf"/><Relationship Id="rId18" Type="http://schemas.openxmlformats.org/officeDocument/2006/relationships/image" Target="../media/image174.wmf"/><Relationship Id="rId26" Type="http://schemas.openxmlformats.org/officeDocument/2006/relationships/image" Target="../media/image178.wmf"/><Relationship Id="rId21" Type="http://schemas.openxmlformats.org/officeDocument/2006/relationships/oleObject" Target="../embeddings/oleObject216.bin"/><Relationship Id="rId34" Type="http://schemas.openxmlformats.org/officeDocument/2006/relationships/image" Target="../media/image182.wmf"/><Relationship Id="rId7" Type="http://schemas.openxmlformats.org/officeDocument/2006/relationships/image" Target="../media/image169.wmf"/><Relationship Id="rId12" Type="http://schemas.openxmlformats.org/officeDocument/2006/relationships/oleObject" Target="../embeddings/oleObject211.bin"/><Relationship Id="rId17" Type="http://schemas.openxmlformats.org/officeDocument/2006/relationships/oleObject" Target="../embeddings/oleObject214.bin"/><Relationship Id="rId25" Type="http://schemas.openxmlformats.org/officeDocument/2006/relationships/oleObject" Target="../embeddings/oleObject218.bin"/><Relationship Id="rId33" Type="http://schemas.openxmlformats.org/officeDocument/2006/relationships/oleObject" Target="../embeddings/oleObject222.bin"/><Relationship Id="rId2" Type="http://schemas.openxmlformats.org/officeDocument/2006/relationships/oleObject" Target="../embeddings/oleObject206.bin"/><Relationship Id="rId16" Type="http://schemas.openxmlformats.org/officeDocument/2006/relationships/oleObject" Target="../embeddings/oleObject213.bin"/><Relationship Id="rId20" Type="http://schemas.openxmlformats.org/officeDocument/2006/relationships/image" Target="../media/image175.wmf"/><Relationship Id="rId29" Type="http://schemas.openxmlformats.org/officeDocument/2006/relationships/oleObject" Target="../embeddings/oleObject2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8.bin"/><Relationship Id="rId11" Type="http://schemas.openxmlformats.org/officeDocument/2006/relationships/image" Target="../media/image171.wmf"/><Relationship Id="rId24" Type="http://schemas.openxmlformats.org/officeDocument/2006/relationships/image" Target="../media/image177.wmf"/><Relationship Id="rId32" Type="http://schemas.openxmlformats.org/officeDocument/2006/relationships/image" Target="../media/image181.wmf"/><Relationship Id="rId37" Type="http://schemas.openxmlformats.org/officeDocument/2006/relationships/oleObject" Target="../embeddings/oleObject224.bin"/><Relationship Id="rId5" Type="http://schemas.openxmlformats.org/officeDocument/2006/relationships/image" Target="../media/image168.wmf"/><Relationship Id="rId15" Type="http://schemas.openxmlformats.org/officeDocument/2006/relationships/image" Target="../media/image173.wmf"/><Relationship Id="rId23" Type="http://schemas.openxmlformats.org/officeDocument/2006/relationships/oleObject" Target="../embeddings/oleObject217.bin"/><Relationship Id="rId28" Type="http://schemas.openxmlformats.org/officeDocument/2006/relationships/image" Target="../media/image179.wmf"/><Relationship Id="rId36" Type="http://schemas.openxmlformats.org/officeDocument/2006/relationships/image" Target="../media/image183.wmf"/><Relationship Id="rId10" Type="http://schemas.openxmlformats.org/officeDocument/2006/relationships/oleObject" Target="../embeddings/oleObject210.bin"/><Relationship Id="rId19" Type="http://schemas.openxmlformats.org/officeDocument/2006/relationships/oleObject" Target="../embeddings/oleObject215.bin"/><Relationship Id="rId31" Type="http://schemas.openxmlformats.org/officeDocument/2006/relationships/oleObject" Target="../embeddings/oleObject221.bin"/><Relationship Id="rId4" Type="http://schemas.openxmlformats.org/officeDocument/2006/relationships/oleObject" Target="../embeddings/oleObject207.bin"/><Relationship Id="rId9" Type="http://schemas.openxmlformats.org/officeDocument/2006/relationships/image" Target="../media/image170.wmf"/><Relationship Id="rId14" Type="http://schemas.openxmlformats.org/officeDocument/2006/relationships/oleObject" Target="../embeddings/oleObject212.bin"/><Relationship Id="rId22" Type="http://schemas.openxmlformats.org/officeDocument/2006/relationships/image" Target="../media/image176.wmf"/><Relationship Id="rId27" Type="http://schemas.openxmlformats.org/officeDocument/2006/relationships/oleObject" Target="../embeddings/oleObject219.bin"/><Relationship Id="rId30" Type="http://schemas.openxmlformats.org/officeDocument/2006/relationships/image" Target="../media/image180.wmf"/><Relationship Id="rId35" Type="http://schemas.openxmlformats.org/officeDocument/2006/relationships/oleObject" Target="../embeddings/oleObject223.bin"/><Relationship Id="rId8" Type="http://schemas.openxmlformats.org/officeDocument/2006/relationships/oleObject" Target="../embeddings/oleObject209.bin"/><Relationship Id="rId3" Type="http://schemas.openxmlformats.org/officeDocument/2006/relationships/image" Target="../media/image16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3.bin"/><Relationship Id="rId13" Type="http://schemas.openxmlformats.org/officeDocument/2006/relationships/image" Target="../media/image167.wmf"/><Relationship Id="rId18" Type="http://schemas.openxmlformats.org/officeDocument/2006/relationships/oleObject" Target="../embeddings/oleObject232.bin"/><Relationship Id="rId3" Type="http://schemas.openxmlformats.org/officeDocument/2006/relationships/image" Target="../media/image169.wmf"/><Relationship Id="rId21" Type="http://schemas.openxmlformats.org/officeDocument/2006/relationships/image" Target="../media/image178.wmf"/><Relationship Id="rId7" Type="http://schemas.openxmlformats.org/officeDocument/2006/relationships/image" Target="../media/image171.wmf"/><Relationship Id="rId12" Type="http://schemas.openxmlformats.org/officeDocument/2006/relationships/oleObject" Target="../embeddings/oleObject229.bin"/><Relationship Id="rId17" Type="http://schemas.openxmlformats.org/officeDocument/2006/relationships/image" Target="../media/image185.wmf"/><Relationship Id="rId2" Type="http://schemas.openxmlformats.org/officeDocument/2006/relationships/oleObject" Target="../embeddings/oleObject225.bin"/><Relationship Id="rId16" Type="http://schemas.openxmlformats.org/officeDocument/2006/relationships/oleObject" Target="../embeddings/oleObject231.bin"/><Relationship Id="rId20" Type="http://schemas.openxmlformats.org/officeDocument/2006/relationships/oleObject" Target="../embeddings/oleObject2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7.bin"/><Relationship Id="rId11" Type="http://schemas.openxmlformats.org/officeDocument/2006/relationships/image" Target="../media/image184.wmf"/><Relationship Id="rId5" Type="http://schemas.openxmlformats.org/officeDocument/2006/relationships/image" Target="../media/image170.wmf"/><Relationship Id="rId15" Type="http://schemas.openxmlformats.org/officeDocument/2006/relationships/image" Target="../media/image168.wmf"/><Relationship Id="rId23" Type="http://schemas.openxmlformats.org/officeDocument/2006/relationships/image" Target="../media/image187.wmf"/><Relationship Id="rId10" Type="http://schemas.openxmlformats.org/officeDocument/2006/relationships/oleObject" Target="../embeddings/oleObject228.bin"/><Relationship Id="rId19" Type="http://schemas.openxmlformats.org/officeDocument/2006/relationships/image" Target="../media/image186.wmf"/><Relationship Id="rId4" Type="http://schemas.openxmlformats.org/officeDocument/2006/relationships/oleObject" Target="../embeddings/oleObject226.bin"/><Relationship Id="rId9" Type="http://schemas.openxmlformats.org/officeDocument/2006/relationships/image" Target="../media/image172.wmf"/><Relationship Id="rId14" Type="http://schemas.openxmlformats.org/officeDocument/2006/relationships/oleObject" Target="../embeddings/oleObject230.bin"/><Relationship Id="rId22" Type="http://schemas.openxmlformats.org/officeDocument/2006/relationships/oleObject" Target="../embeddings/oleObject234.bin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8.wmf"/><Relationship Id="rId18" Type="http://schemas.openxmlformats.org/officeDocument/2006/relationships/oleObject" Target="../embeddings/oleObject239.bin"/><Relationship Id="rId26" Type="http://schemas.openxmlformats.org/officeDocument/2006/relationships/oleObject" Target="../embeddings/oleObject243.bin"/><Relationship Id="rId21" Type="http://schemas.openxmlformats.org/officeDocument/2006/relationships/image" Target="../media/image168.wmf"/><Relationship Id="rId34" Type="http://schemas.openxmlformats.org/officeDocument/2006/relationships/oleObject" Target="../embeddings/oleObject247.bin"/><Relationship Id="rId7" Type="http://schemas.openxmlformats.org/officeDocument/2006/relationships/image" Target="../media/image170.wmf"/><Relationship Id="rId12" Type="http://schemas.openxmlformats.org/officeDocument/2006/relationships/oleObject" Target="../embeddings/oleObject236.bin"/><Relationship Id="rId17" Type="http://schemas.openxmlformats.org/officeDocument/2006/relationships/image" Target="../media/image189.wmf"/><Relationship Id="rId25" Type="http://schemas.openxmlformats.org/officeDocument/2006/relationships/image" Target="../media/image192.wmf"/><Relationship Id="rId33" Type="http://schemas.openxmlformats.org/officeDocument/2006/relationships/image" Target="../media/image196.wmf"/><Relationship Id="rId2" Type="http://schemas.openxmlformats.org/officeDocument/2006/relationships/oleObject" Target="../embeddings/oleObject229.bin"/><Relationship Id="rId16" Type="http://schemas.openxmlformats.org/officeDocument/2006/relationships/oleObject" Target="../embeddings/oleObject238.bin"/><Relationship Id="rId20" Type="http://schemas.openxmlformats.org/officeDocument/2006/relationships/oleObject" Target="../embeddings/oleObject240.bin"/><Relationship Id="rId29" Type="http://schemas.openxmlformats.org/officeDocument/2006/relationships/image" Target="../media/image19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6.bin"/><Relationship Id="rId11" Type="http://schemas.openxmlformats.org/officeDocument/2006/relationships/image" Target="../media/image172.wmf"/><Relationship Id="rId24" Type="http://schemas.openxmlformats.org/officeDocument/2006/relationships/oleObject" Target="../embeddings/oleObject242.bin"/><Relationship Id="rId32" Type="http://schemas.openxmlformats.org/officeDocument/2006/relationships/oleObject" Target="../embeddings/oleObject246.bin"/><Relationship Id="rId37" Type="http://schemas.openxmlformats.org/officeDocument/2006/relationships/image" Target="../media/image198.wmf"/><Relationship Id="rId5" Type="http://schemas.openxmlformats.org/officeDocument/2006/relationships/image" Target="../media/image169.wmf"/><Relationship Id="rId15" Type="http://schemas.openxmlformats.org/officeDocument/2006/relationships/image" Target="../media/image188.wmf"/><Relationship Id="rId23" Type="http://schemas.openxmlformats.org/officeDocument/2006/relationships/image" Target="../media/image191.wmf"/><Relationship Id="rId28" Type="http://schemas.openxmlformats.org/officeDocument/2006/relationships/oleObject" Target="../embeddings/oleObject244.bin"/><Relationship Id="rId36" Type="http://schemas.openxmlformats.org/officeDocument/2006/relationships/oleObject" Target="../embeddings/oleObject248.bin"/><Relationship Id="rId10" Type="http://schemas.openxmlformats.org/officeDocument/2006/relationships/oleObject" Target="../embeddings/oleObject213.bin"/><Relationship Id="rId19" Type="http://schemas.openxmlformats.org/officeDocument/2006/relationships/image" Target="../media/image190.wmf"/><Relationship Id="rId31" Type="http://schemas.openxmlformats.org/officeDocument/2006/relationships/image" Target="../media/image195.wmf"/><Relationship Id="rId4" Type="http://schemas.openxmlformats.org/officeDocument/2006/relationships/oleObject" Target="../embeddings/oleObject225.bin"/><Relationship Id="rId9" Type="http://schemas.openxmlformats.org/officeDocument/2006/relationships/image" Target="../media/image171.wmf"/><Relationship Id="rId14" Type="http://schemas.openxmlformats.org/officeDocument/2006/relationships/oleObject" Target="../embeddings/oleObject237.bin"/><Relationship Id="rId22" Type="http://schemas.openxmlformats.org/officeDocument/2006/relationships/oleObject" Target="../embeddings/oleObject241.bin"/><Relationship Id="rId27" Type="http://schemas.openxmlformats.org/officeDocument/2006/relationships/image" Target="../media/image193.wmf"/><Relationship Id="rId30" Type="http://schemas.openxmlformats.org/officeDocument/2006/relationships/oleObject" Target="../embeddings/oleObject245.bin"/><Relationship Id="rId35" Type="http://schemas.openxmlformats.org/officeDocument/2006/relationships/image" Target="../media/image197.wmf"/><Relationship Id="rId8" Type="http://schemas.openxmlformats.org/officeDocument/2006/relationships/oleObject" Target="../embeddings/oleObject235.bin"/><Relationship Id="rId3" Type="http://schemas.openxmlformats.org/officeDocument/2006/relationships/image" Target="../media/image16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13" Type="http://schemas.openxmlformats.org/officeDocument/2006/relationships/image" Target="../media/image204.wmf"/><Relationship Id="rId18" Type="http://schemas.openxmlformats.org/officeDocument/2006/relationships/oleObject" Target="../embeddings/oleObject257.bin"/><Relationship Id="rId3" Type="http://schemas.openxmlformats.org/officeDocument/2006/relationships/image" Target="../media/image199.wmf"/><Relationship Id="rId21" Type="http://schemas.openxmlformats.org/officeDocument/2006/relationships/image" Target="../media/image208.wmf"/><Relationship Id="rId7" Type="http://schemas.openxmlformats.org/officeDocument/2006/relationships/image" Target="../media/image201.wmf"/><Relationship Id="rId12" Type="http://schemas.openxmlformats.org/officeDocument/2006/relationships/oleObject" Target="../embeddings/oleObject254.bin"/><Relationship Id="rId17" Type="http://schemas.openxmlformats.org/officeDocument/2006/relationships/image" Target="../media/image206.wmf"/><Relationship Id="rId2" Type="http://schemas.openxmlformats.org/officeDocument/2006/relationships/oleObject" Target="../embeddings/oleObject249.bin"/><Relationship Id="rId16" Type="http://schemas.openxmlformats.org/officeDocument/2006/relationships/oleObject" Target="../embeddings/oleObject256.bin"/><Relationship Id="rId20" Type="http://schemas.openxmlformats.org/officeDocument/2006/relationships/oleObject" Target="../embeddings/oleObject2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1.bin"/><Relationship Id="rId11" Type="http://schemas.openxmlformats.org/officeDocument/2006/relationships/image" Target="../media/image203.wmf"/><Relationship Id="rId5" Type="http://schemas.openxmlformats.org/officeDocument/2006/relationships/image" Target="../media/image200.wmf"/><Relationship Id="rId15" Type="http://schemas.openxmlformats.org/officeDocument/2006/relationships/image" Target="../media/image205.wmf"/><Relationship Id="rId10" Type="http://schemas.openxmlformats.org/officeDocument/2006/relationships/oleObject" Target="../embeddings/oleObject253.bin"/><Relationship Id="rId19" Type="http://schemas.openxmlformats.org/officeDocument/2006/relationships/image" Target="../media/image207.wmf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202.wmf"/><Relationship Id="rId14" Type="http://schemas.openxmlformats.org/officeDocument/2006/relationships/oleObject" Target="../embeddings/oleObject255.bin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4.wmf"/><Relationship Id="rId18" Type="http://schemas.openxmlformats.org/officeDocument/2006/relationships/oleObject" Target="../embeddings/oleObject267.bin"/><Relationship Id="rId26" Type="http://schemas.openxmlformats.org/officeDocument/2006/relationships/oleObject" Target="../embeddings/oleObject271.bin"/><Relationship Id="rId3" Type="http://schemas.openxmlformats.org/officeDocument/2006/relationships/image" Target="../media/image209.wmf"/><Relationship Id="rId21" Type="http://schemas.openxmlformats.org/officeDocument/2006/relationships/image" Target="../media/image218.wmf"/><Relationship Id="rId34" Type="http://schemas.openxmlformats.org/officeDocument/2006/relationships/image" Target="../media/image224.wmf"/><Relationship Id="rId7" Type="http://schemas.openxmlformats.org/officeDocument/2006/relationships/image" Target="../media/image211.wmf"/><Relationship Id="rId12" Type="http://schemas.openxmlformats.org/officeDocument/2006/relationships/oleObject" Target="../embeddings/oleObject264.bin"/><Relationship Id="rId17" Type="http://schemas.openxmlformats.org/officeDocument/2006/relationships/image" Target="../media/image216.wmf"/><Relationship Id="rId25" Type="http://schemas.openxmlformats.org/officeDocument/2006/relationships/image" Target="../media/image220.wmf"/><Relationship Id="rId33" Type="http://schemas.openxmlformats.org/officeDocument/2006/relationships/oleObject" Target="../embeddings/oleObject275.bin"/><Relationship Id="rId2" Type="http://schemas.openxmlformats.org/officeDocument/2006/relationships/oleObject" Target="../embeddings/oleObject259.bin"/><Relationship Id="rId16" Type="http://schemas.openxmlformats.org/officeDocument/2006/relationships/oleObject" Target="../embeddings/oleObject266.bin"/><Relationship Id="rId20" Type="http://schemas.openxmlformats.org/officeDocument/2006/relationships/oleObject" Target="../embeddings/oleObject268.bin"/><Relationship Id="rId29" Type="http://schemas.openxmlformats.org/officeDocument/2006/relationships/image" Target="../media/image22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1.bin"/><Relationship Id="rId11" Type="http://schemas.openxmlformats.org/officeDocument/2006/relationships/image" Target="../media/image213.wmf"/><Relationship Id="rId24" Type="http://schemas.openxmlformats.org/officeDocument/2006/relationships/oleObject" Target="../embeddings/oleObject270.bin"/><Relationship Id="rId32" Type="http://schemas.openxmlformats.org/officeDocument/2006/relationships/oleObject" Target="../embeddings/oleObject274.bin"/><Relationship Id="rId5" Type="http://schemas.openxmlformats.org/officeDocument/2006/relationships/image" Target="../media/image210.wmf"/><Relationship Id="rId15" Type="http://schemas.openxmlformats.org/officeDocument/2006/relationships/image" Target="../media/image215.wmf"/><Relationship Id="rId23" Type="http://schemas.openxmlformats.org/officeDocument/2006/relationships/image" Target="../media/image219.wmf"/><Relationship Id="rId28" Type="http://schemas.openxmlformats.org/officeDocument/2006/relationships/oleObject" Target="../embeddings/oleObject272.bin"/><Relationship Id="rId36" Type="http://schemas.openxmlformats.org/officeDocument/2006/relationships/image" Target="../media/image225.wmf"/><Relationship Id="rId10" Type="http://schemas.openxmlformats.org/officeDocument/2006/relationships/oleObject" Target="../embeddings/oleObject263.bin"/><Relationship Id="rId19" Type="http://schemas.openxmlformats.org/officeDocument/2006/relationships/image" Target="../media/image217.wmf"/><Relationship Id="rId31" Type="http://schemas.openxmlformats.org/officeDocument/2006/relationships/image" Target="../media/image223.wmf"/><Relationship Id="rId4" Type="http://schemas.openxmlformats.org/officeDocument/2006/relationships/oleObject" Target="../embeddings/oleObject260.bin"/><Relationship Id="rId9" Type="http://schemas.openxmlformats.org/officeDocument/2006/relationships/image" Target="../media/image212.wmf"/><Relationship Id="rId14" Type="http://schemas.openxmlformats.org/officeDocument/2006/relationships/oleObject" Target="../embeddings/oleObject265.bin"/><Relationship Id="rId22" Type="http://schemas.openxmlformats.org/officeDocument/2006/relationships/oleObject" Target="../embeddings/oleObject269.bin"/><Relationship Id="rId27" Type="http://schemas.openxmlformats.org/officeDocument/2006/relationships/image" Target="../media/image221.wmf"/><Relationship Id="rId30" Type="http://schemas.openxmlformats.org/officeDocument/2006/relationships/oleObject" Target="../embeddings/oleObject273.bin"/><Relationship Id="rId35" Type="http://schemas.openxmlformats.org/officeDocument/2006/relationships/oleObject" Target="../embeddings/oleObject276.bin"/><Relationship Id="rId8" Type="http://schemas.openxmlformats.org/officeDocument/2006/relationships/oleObject" Target="../embeddings/oleObject26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13" Type="http://schemas.openxmlformats.org/officeDocument/2006/relationships/image" Target="../media/image231.wmf"/><Relationship Id="rId18" Type="http://schemas.openxmlformats.org/officeDocument/2006/relationships/oleObject" Target="../embeddings/oleObject285.bin"/><Relationship Id="rId26" Type="http://schemas.openxmlformats.org/officeDocument/2006/relationships/oleObject" Target="../embeddings/oleObject289.bin"/><Relationship Id="rId3" Type="http://schemas.openxmlformats.org/officeDocument/2006/relationships/image" Target="../media/image226.wmf"/><Relationship Id="rId21" Type="http://schemas.openxmlformats.org/officeDocument/2006/relationships/image" Target="../media/image220.wmf"/><Relationship Id="rId7" Type="http://schemas.openxmlformats.org/officeDocument/2006/relationships/image" Target="../media/image228.wmf"/><Relationship Id="rId12" Type="http://schemas.openxmlformats.org/officeDocument/2006/relationships/oleObject" Target="../embeddings/oleObject282.bin"/><Relationship Id="rId17" Type="http://schemas.openxmlformats.org/officeDocument/2006/relationships/image" Target="../media/image233.wmf"/><Relationship Id="rId25" Type="http://schemas.openxmlformats.org/officeDocument/2006/relationships/image" Target="../media/image235.wmf"/><Relationship Id="rId2" Type="http://schemas.openxmlformats.org/officeDocument/2006/relationships/oleObject" Target="../embeddings/oleObject277.bin"/><Relationship Id="rId16" Type="http://schemas.openxmlformats.org/officeDocument/2006/relationships/oleObject" Target="../embeddings/oleObject284.bin"/><Relationship Id="rId20" Type="http://schemas.openxmlformats.org/officeDocument/2006/relationships/oleObject" Target="../embeddings/oleObject2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9.bin"/><Relationship Id="rId11" Type="http://schemas.openxmlformats.org/officeDocument/2006/relationships/image" Target="../media/image230.wmf"/><Relationship Id="rId24" Type="http://schemas.openxmlformats.org/officeDocument/2006/relationships/oleObject" Target="../embeddings/oleObject288.bin"/><Relationship Id="rId5" Type="http://schemas.openxmlformats.org/officeDocument/2006/relationships/image" Target="../media/image227.wmf"/><Relationship Id="rId15" Type="http://schemas.openxmlformats.org/officeDocument/2006/relationships/image" Target="../media/image232.wmf"/><Relationship Id="rId23" Type="http://schemas.openxmlformats.org/officeDocument/2006/relationships/image" Target="../media/image234.wmf"/><Relationship Id="rId10" Type="http://schemas.openxmlformats.org/officeDocument/2006/relationships/oleObject" Target="../embeddings/oleObject281.bin"/><Relationship Id="rId19" Type="http://schemas.openxmlformats.org/officeDocument/2006/relationships/image" Target="../media/image225.wmf"/><Relationship Id="rId4" Type="http://schemas.openxmlformats.org/officeDocument/2006/relationships/oleObject" Target="../embeddings/oleObject278.bin"/><Relationship Id="rId9" Type="http://schemas.openxmlformats.org/officeDocument/2006/relationships/image" Target="../media/image229.wmf"/><Relationship Id="rId14" Type="http://schemas.openxmlformats.org/officeDocument/2006/relationships/oleObject" Target="../embeddings/oleObject283.bin"/><Relationship Id="rId22" Type="http://schemas.openxmlformats.org/officeDocument/2006/relationships/oleObject" Target="../embeddings/oleObject287.bin"/><Relationship Id="rId27" Type="http://schemas.openxmlformats.org/officeDocument/2006/relationships/image" Target="../media/image23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3.bin"/><Relationship Id="rId13" Type="http://schemas.openxmlformats.org/officeDocument/2006/relationships/image" Target="../media/image242.wmf"/><Relationship Id="rId18" Type="http://schemas.openxmlformats.org/officeDocument/2006/relationships/oleObject" Target="../embeddings/oleObject298.bin"/><Relationship Id="rId3" Type="http://schemas.openxmlformats.org/officeDocument/2006/relationships/image" Target="../media/image237.wmf"/><Relationship Id="rId21" Type="http://schemas.openxmlformats.org/officeDocument/2006/relationships/image" Target="../media/image246.wmf"/><Relationship Id="rId7" Type="http://schemas.openxmlformats.org/officeDocument/2006/relationships/image" Target="../media/image239.wmf"/><Relationship Id="rId12" Type="http://schemas.openxmlformats.org/officeDocument/2006/relationships/oleObject" Target="../embeddings/oleObject295.bin"/><Relationship Id="rId17" Type="http://schemas.openxmlformats.org/officeDocument/2006/relationships/image" Target="../media/image244.wmf"/><Relationship Id="rId2" Type="http://schemas.openxmlformats.org/officeDocument/2006/relationships/oleObject" Target="../embeddings/oleObject290.bin"/><Relationship Id="rId16" Type="http://schemas.openxmlformats.org/officeDocument/2006/relationships/oleObject" Target="../embeddings/oleObject297.bin"/><Relationship Id="rId20" Type="http://schemas.openxmlformats.org/officeDocument/2006/relationships/oleObject" Target="../embeddings/oleObject2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2.bin"/><Relationship Id="rId11" Type="http://schemas.openxmlformats.org/officeDocument/2006/relationships/image" Target="../media/image241.wmf"/><Relationship Id="rId5" Type="http://schemas.openxmlformats.org/officeDocument/2006/relationships/image" Target="../media/image238.wmf"/><Relationship Id="rId15" Type="http://schemas.openxmlformats.org/officeDocument/2006/relationships/image" Target="../media/image243.wmf"/><Relationship Id="rId23" Type="http://schemas.openxmlformats.org/officeDocument/2006/relationships/image" Target="../media/image247.wmf"/><Relationship Id="rId10" Type="http://schemas.openxmlformats.org/officeDocument/2006/relationships/oleObject" Target="../embeddings/oleObject294.bin"/><Relationship Id="rId19" Type="http://schemas.openxmlformats.org/officeDocument/2006/relationships/image" Target="../media/image245.wmf"/><Relationship Id="rId4" Type="http://schemas.openxmlformats.org/officeDocument/2006/relationships/oleObject" Target="../embeddings/oleObject291.bin"/><Relationship Id="rId9" Type="http://schemas.openxmlformats.org/officeDocument/2006/relationships/image" Target="../media/image240.wmf"/><Relationship Id="rId14" Type="http://schemas.openxmlformats.org/officeDocument/2006/relationships/oleObject" Target="../embeddings/oleObject296.bin"/><Relationship Id="rId22" Type="http://schemas.openxmlformats.org/officeDocument/2006/relationships/oleObject" Target="../embeddings/oleObject30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4.bin"/><Relationship Id="rId13" Type="http://schemas.openxmlformats.org/officeDocument/2006/relationships/image" Target="../media/image252.wmf"/><Relationship Id="rId3" Type="http://schemas.openxmlformats.org/officeDocument/2006/relationships/image" Target="../media/image248.wmf"/><Relationship Id="rId7" Type="http://schemas.openxmlformats.org/officeDocument/2006/relationships/image" Target="../media/image250.wmf"/><Relationship Id="rId12" Type="http://schemas.openxmlformats.org/officeDocument/2006/relationships/oleObject" Target="../embeddings/oleObject306.bin"/><Relationship Id="rId2" Type="http://schemas.openxmlformats.org/officeDocument/2006/relationships/oleObject" Target="../embeddings/oleObject3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3.bin"/><Relationship Id="rId11" Type="http://schemas.openxmlformats.org/officeDocument/2006/relationships/image" Target="../media/image251.wmf"/><Relationship Id="rId5" Type="http://schemas.openxmlformats.org/officeDocument/2006/relationships/image" Target="../media/image249.wmf"/><Relationship Id="rId10" Type="http://schemas.openxmlformats.org/officeDocument/2006/relationships/oleObject" Target="../embeddings/oleObject305.bin"/><Relationship Id="rId4" Type="http://schemas.openxmlformats.org/officeDocument/2006/relationships/oleObject" Target="../embeddings/oleObject302.bin"/><Relationship Id="rId9" Type="http://schemas.openxmlformats.org/officeDocument/2006/relationships/image" Target="../media/image20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0.bin"/><Relationship Id="rId3" Type="http://schemas.openxmlformats.org/officeDocument/2006/relationships/image" Target="../media/image253.wmf"/><Relationship Id="rId7" Type="http://schemas.openxmlformats.org/officeDocument/2006/relationships/image" Target="../media/image111.wmf"/><Relationship Id="rId2" Type="http://schemas.openxmlformats.org/officeDocument/2006/relationships/oleObject" Target="../embeddings/oleObject30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16.wmf"/><Relationship Id="rId5" Type="http://schemas.openxmlformats.org/officeDocument/2006/relationships/image" Target="../media/image254.wmf"/><Relationship Id="rId10" Type="http://schemas.openxmlformats.org/officeDocument/2006/relationships/oleObject" Target="../embeddings/oleObject311.bin"/><Relationship Id="rId4" Type="http://schemas.openxmlformats.org/officeDocument/2006/relationships/oleObject" Target="../embeddings/oleObject308.bin"/><Relationship Id="rId9" Type="http://schemas.openxmlformats.org/officeDocument/2006/relationships/image" Target="../media/image25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5.bin"/><Relationship Id="rId3" Type="http://schemas.openxmlformats.org/officeDocument/2006/relationships/image" Target="../media/image256.wmf"/><Relationship Id="rId7" Type="http://schemas.openxmlformats.org/officeDocument/2006/relationships/image" Target="../media/image111.wmf"/><Relationship Id="rId2" Type="http://schemas.openxmlformats.org/officeDocument/2006/relationships/oleObject" Target="../embeddings/oleObject3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4.bin"/><Relationship Id="rId11" Type="http://schemas.openxmlformats.org/officeDocument/2006/relationships/image" Target="../media/image16.wmf"/><Relationship Id="rId5" Type="http://schemas.openxmlformats.org/officeDocument/2006/relationships/image" Target="../media/image254.wmf"/><Relationship Id="rId10" Type="http://schemas.openxmlformats.org/officeDocument/2006/relationships/oleObject" Target="../embeddings/oleObject311.bin"/><Relationship Id="rId4" Type="http://schemas.openxmlformats.org/officeDocument/2006/relationships/oleObject" Target="../embeddings/oleObject313.bin"/><Relationship Id="rId9" Type="http://schemas.openxmlformats.org/officeDocument/2006/relationships/image" Target="../media/image255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wmf"/><Relationship Id="rId2" Type="http://schemas.openxmlformats.org/officeDocument/2006/relationships/oleObject" Target="../embeddings/oleObject316.bin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0.bin"/><Relationship Id="rId13" Type="http://schemas.openxmlformats.org/officeDocument/2006/relationships/image" Target="../media/image261.wmf"/><Relationship Id="rId3" Type="http://schemas.openxmlformats.org/officeDocument/2006/relationships/image" Target="../media/image258.wmf"/><Relationship Id="rId7" Type="http://schemas.openxmlformats.org/officeDocument/2006/relationships/image" Target="../media/image255.wmf"/><Relationship Id="rId12" Type="http://schemas.openxmlformats.org/officeDocument/2006/relationships/oleObject" Target="../embeddings/oleObject322.bin"/><Relationship Id="rId2" Type="http://schemas.openxmlformats.org/officeDocument/2006/relationships/oleObject" Target="../embeddings/oleObject3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9.bin"/><Relationship Id="rId11" Type="http://schemas.openxmlformats.org/officeDocument/2006/relationships/image" Target="../media/image260.wmf"/><Relationship Id="rId5" Type="http://schemas.openxmlformats.org/officeDocument/2006/relationships/image" Target="../media/image111.wmf"/><Relationship Id="rId10" Type="http://schemas.openxmlformats.org/officeDocument/2006/relationships/oleObject" Target="../embeddings/oleObject321.bin"/><Relationship Id="rId4" Type="http://schemas.openxmlformats.org/officeDocument/2006/relationships/oleObject" Target="../embeddings/oleObject318.bin"/><Relationship Id="rId9" Type="http://schemas.openxmlformats.org/officeDocument/2006/relationships/image" Target="../media/image259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6.bin"/><Relationship Id="rId13" Type="http://schemas.openxmlformats.org/officeDocument/2006/relationships/image" Target="../media/image267.wmf"/><Relationship Id="rId18" Type="http://schemas.openxmlformats.org/officeDocument/2006/relationships/oleObject" Target="../embeddings/oleObject331.bin"/><Relationship Id="rId3" Type="http://schemas.openxmlformats.org/officeDocument/2006/relationships/image" Target="../media/image262.wmf"/><Relationship Id="rId21" Type="http://schemas.openxmlformats.org/officeDocument/2006/relationships/image" Target="../media/image271.wmf"/><Relationship Id="rId7" Type="http://schemas.openxmlformats.org/officeDocument/2006/relationships/image" Target="../media/image264.wmf"/><Relationship Id="rId12" Type="http://schemas.openxmlformats.org/officeDocument/2006/relationships/oleObject" Target="../embeddings/oleObject328.bin"/><Relationship Id="rId17" Type="http://schemas.openxmlformats.org/officeDocument/2006/relationships/image" Target="../media/image269.wmf"/><Relationship Id="rId2" Type="http://schemas.openxmlformats.org/officeDocument/2006/relationships/oleObject" Target="../embeddings/oleObject323.bin"/><Relationship Id="rId16" Type="http://schemas.openxmlformats.org/officeDocument/2006/relationships/oleObject" Target="../embeddings/oleObject330.bin"/><Relationship Id="rId20" Type="http://schemas.openxmlformats.org/officeDocument/2006/relationships/oleObject" Target="../embeddings/oleObject3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5.bin"/><Relationship Id="rId11" Type="http://schemas.openxmlformats.org/officeDocument/2006/relationships/image" Target="../media/image266.wmf"/><Relationship Id="rId5" Type="http://schemas.openxmlformats.org/officeDocument/2006/relationships/image" Target="../media/image263.wmf"/><Relationship Id="rId15" Type="http://schemas.openxmlformats.org/officeDocument/2006/relationships/image" Target="../media/image268.wmf"/><Relationship Id="rId10" Type="http://schemas.openxmlformats.org/officeDocument/2006/relationships/oleObject" Target="../embeddings/oleObject327.bin"/><Relationship Id="rId19" Type="http://schemas.openxmlformats.org/officeDocument/2006/relationships/image" Target="../media/image270.wmf"/><Relationship Id="rId4" Type="http://schemas.openxmlformats.org/officeDocument/2006/relationships/oleObject" Target="../embeddings/oleObject324.bin"/><Relationship Id="rId9" Type="http://schemas.openxmlformats.org/officeDocument/2006/relationships/image" Target="../media/image265.wmf"/><Relationship Id="rId14" Type="http://schemas.openxmlformats.org/officeDocument/2006/relationships/oleObject" Target="../embeddings/oleObject329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13" Type="http://schemas.openxmlformats.org/officeDocument/2006/relationships/oleObject" Target="../embeddings/oleObject339.bin"/><Relationship Id="rId18" Type="http://schemas.openxmlformats.org/officeDocument/2006/relationships/image" Target="../media/image266.wmf"/><Relationship Id="rId26" Type="http://schemas.openxmlformats.org/officeDocument/2006/relationships/image" Target="../media/image282.wmf"/><Relationship Id="rId3" Type="http://schemas.openxmlformats.org/officeDocument/2006/relationships/image" Target="../media/image272.wmf"/><Relationship Id="rId21" Type="http://schemas.openxmlformats.org/officeDocument/2006/relationships/oleObject" Target="../embeddings/oleObject343.bin"/><Relationship Id="rId7" Type="http://schemas.openxmlformats.org/officeDocument/2006/relationships/oleObject" Target="../embeddings/oleObject336.bin"/><Relationship Id="rId12" Type="http://schemas.openxmlformats.org/officeDocument/2006/relationships/image" Target="../media/image276.wmf"/><Relationship Id="rId17" Type="http://schemas.openxmlformats.org/officeDocument/2006/relationships/oleObject" Target="../embeddings/oleObject341.bin"/><Relationship Id="rId25" Type="http://schemas.openxmlformats.org/officeDocument/2006/relationships/oleObject" Target="../embeddings/oleObject345.bin"/><Relationship Id="rId2" Type="http://schemas.openxmlformats.org/officeDocument/2006/relationships/oleObject" Target="../embeddings/oleObject333.bin"/><Relationship Id="rId16" Type="http://schemas.openxmlformats.org/officeDocument/2006/relationships/image" Target="../media/image278.wmf"/><Relationship Id="rId20" Type="http://schemas.openxmlformats.org/officeDocument/2006/relationships/image" Target="../media/image27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5.bin"/><Relationship Id="rId11" Type="http://schemas.openxmlformats.org/officeDocument/2006/relationships/oleObject" Target="../embeddings/oleObject338.bin"/><Relationship Id="rId24" Type="http://schemas.openxmlformats.org/officeDocument/2006/relationships/image" Target="../media/image281.wmf"/><Relationship Id="rId5" Type="http://schemas.openxmlformats.org/officeDocument/2006/relationships/image" Target="../media/image273.wmf"/><Relationship Id="rId15" Type="http://schemas.openxmlformats.org/officeDocument/2006/relationships/oleObject" Target="../embeddings/oleObject340.bin"/><Relationship Id="rId23" Type="http://schemas.openxmlformats.org/officeDocument/2006/relationships/oleObject" Target="../embeddings/oleObject344.bin"/><Relationship Id="rId28" Type="http://schemas.openxmlformats.org/officeDocument/2006/relationships/image" Target="../media/image283.wmf"/><Relationship Id="rId10" Type="http://schemas.openxmlformats.org/officeDocument/2006/relationships/image" Target="../media/image275.wmf"/><Relationship Id="rId19" Type="http://schemas.openxmlformats.org/officeDocument/2006/relationships/oleObject" Target="../embeddings/oleObject342.bin"/><Relationship Id="rId4" Type="http://schemas.openxmlformats.org/officeDocument/2006/relationships/oleObject" Target="../embeddings/oleObject334.bin"/><Relationship Id="rId9" Type="http://schemas.openxmlformats.org/officeDocument/2006/relationships/oleObject" Target="../embeddings/oleObject337.bin"/><Relationship Id="rId14" Type="http://schemas.openxmlformats.org/officeDocument/2006/relationships/image" Target="../media/image277.wmf"/><Relationship Id="rId22" Type="http://schemas.openxmlformats.org/officeDocument/2006/relationships/image" Target="../media/image280.wmf"/><Relationship Id="rId27" Type="http://schemas.openxmlformats.org/officeDocument/2006/relationships/oleObject" Target="../embeddings/oleObject346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0.bin"/><Relationship Id="rId13" Type="http://schemas.openxmlformats.org/officeDocument/2006/relationships/image" Target="../media/image283.wmf"/><Relationship Id="rId18" Type="http://schemas.openxmlformats.org/officeDocument/2006/relationships/oleObject" Target="../embeddings/oleObject355.bin"/><Relationship Id="rId3" Type="http://schemas.openxmlformats.org/officeDocument/2006/relationships/image" Target="../media/image284.wmf"/><Relationship Id="rId7" Type="http://schemas.openxmlformats.org/officeDocument/2006/relationships/image" Target="../media/image286.wmf"/><Relationship Id="rId12" Type="http://schemas.openxmlformats.org/officeDocument/2006/relationships/oleObject" Target="../embeddings/oleObject352.bin"/><Relationship Id="rId17" Type="http://schemas.openxmlformats.org/officeDocument/2006/relationships/image" Target="../media/image289.wmf"/><Relationship Id="rId2" Type="http://schemas.openxmlformats.org/officeDocument/2006/relationships/oleObject" Target="../embeddings/oleObject347.bin"/><Relationship Id="rId16" Type="http://schemas.openxmlformats.org/officeDocument/2006/relationships/oleObject" Target="../embeddings/oleObject3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9.bin"/><Relationship Id="rId11" Type="http://schemas.openxmlformats.org/officeDocument/2006/relationships/image" Target="../media/image282.wmf"/><Relationship Id="rId5" Type="http://schemas.openxmlformats.org/officeDocument/2006/relationships/image" Target="../media/image285.wmf"/><Relationship Id="rId15" Type="http://schemas.openxmlformats.org/officeDocument/2006/relationships/image" Target="../media/image288.wmf"/><Relationship Id="rId10" Type="http://schemas.openxmlformats.org/officeDocument/2006/relationships/oleObject" Target="../embeddings/oleObject351.bin"/><Relationship Id="rId19" Type="http://schemas.openxmlformats.org/officeDocument/2006/relationships/image" Target="../media/image290.wmf"/><Relationship Id="rId4" Type="http://schemas.openxmlformats.org/officeDocument/2006/relationships/oleObject" Target="../embeddings/oleObject348.bin"/><Relationship Id="rId9" Type="http://schemas.openxmlformats.org/officeDocument/2006/relationships/image" Target="../media/image287.wmf"/><Relationship Id="rId14" Type="http://schemas.openxmlformats.org/officeDocument/2006/relationships/oleObject" Target="../embeddings/oleObject353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9.bin"/><Relationship Id="rId13" Type="http://schemas.openxmlformats.org/officeDocument/2006/relationships/image" Target="../media/image295.wmf"/><Relationship Id="rId18" Type="http://schemas.openxmlformats.org/officeDocument/2006/relationships/oleObject" Target="../embeddings/oleObject364.bin"/><Relationship Id="rId3" Type="http://schemas.openxmlformats.org/officeDocument/2006/relationships/image" Target="../media/image291.wmf"/><Relationship Id="rId21" Type="http://schemas.openxmlformats.org/officeDocument/2006/relationships/image" Target="../media/image299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361.bin"/><Relationship Id="rId17" Type="http://schemas.openxmlformats.org/officeDocument/2006/relationships/image" Target="../media/image297.wmf"/><Relationship Id="rId2" Type="http://schemas.openxmlformats.org/officeDocument/2006/relationships/oleObject" Target="../embeddings/oleObject356.bin"/><Relationship Id="rId16" Type="http://schemas.openxmlformats.org/officeDocument/2006/relationships/oleObject" Target="../embeddings/oleObject363.bin"/><Relationship Id="rId20" Type="http://schemas.openxmlformats.org/officeDocument/2006/relationships/oleObject" Target="../embeddings/oleObject3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8.bin"/><Relationship Id="rId11" Type="http://schemas.openxmlformats.org/officeDocument/2006/relationships/image" Target="../media/image294.wmf"/><Relationship Id="rId5" Type="http://schemas.openxmlformats.org/officeDocument/2006/relationships/image" Target="../media/image292.wmf"/><Relationship Id="rId15" Type="http://schemas.openxmlformats.org/officeDocument/2006/relationships/image" Target="../media/image296.wmf"/><Relationship Id="rId10" Type="http://schemas.openxmlformats.org/officeDocument/2006/relationships/oleObject" Target="../embeddings/oleObject360.bin"/><Relationship Id="rId19" Type="http://schemas.openxmlformats.org/officeDocument/2006/relationships/image" Target="../media/image298.wmf"/><Relationship Id="rId4" Type="http://schemas.openxmlformats.org/officeDocument/2006/relationships/oleObject" Target="../embeddings/oleObject357.bin"/><Relationship Id="rId9" Type="http://schemas.openxmlformats.org/officeDocument/2006/relationships/image" Target="../media/image293.wmf"/><Relationship Id="rId14" Type="http://schemas.openxmlformats.org/officeDocument/2006/relationships/oleObject" Target="../embeddings/oleObject36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8.bin"/><Relationship Id="rId13" Type="http://schemas.openxmlformats.org/officeDocument/2006/relationships/image" Target="../media/image303.wmf"/><Relationship Id="rId18" Type="http://schemas.openxmlformats.org/officeDocument/2006/relationships/oleObject" Target="../embeddings/oleObject373.bin"/><Relationship Id="rId3" Type="http://schemas.openxmlformats.org/officeDocument/2006/relationships/image" Target="../media/image110.wmf"/><Relationship Id="rId21" Type="http://schemas.openxmlformats.org/officeDocument/2006/relationships/image" Target="../media/image291.wmf"/><Relationship Id="rId7" Type="http://schemas.openxmlformats.org/officeDocument/2006/relationships/image" Target="../media/image300.wmf"/><Relationship Id="rId12" Type="http://schemas.openxmlformats.org/officeDocument/2006/relationships/oleObject" Target="../embeddings/oleObject370.bin"/><Relationship Id="rId17" Type="http://schemas.openxmlformats.org/officeDocument/2006/relationships/image" Target="../media/image305.wmf"/><Relationship Id="rId25" Type="http://schemas.openxmlformats.org/officeDocument/2006/relationships/image" Target="../media/image296.wmf"/><Relationship Id="rId2" Type="http://schemas.openxmlformats.org/officeDocument/2006/relationships/oleObject" Target="../embeddings/oleObject366.bin"/><Relationship Id="rId16" Type="http://schemas.openxmlformats.org/officeDocument/2006/relationships/oleObject" Target="../embeddings/oleObject372.bin"/><Relationship Id="rId20" Type="http://schemas.openxmlformats.org/officeDocument/2006/relationships/oleObject" Target="../embeddings/oleObject3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7.bin"/><Relationship Id="rId11" Type="http://schemas.openxmlformats.org/officeDocument/2006/relationships/image" Target="../media/image302.wmf"/><Relationship Id="rId24" Type="http://schemas.openxmlformats.org/officeDocument/2006/relationships/oleObject" Target="../embeddings/oleObject376.bin"/><Relationship Id="rId5" Type="http://schemas.openxmlformats.org/officeDocument/2006/relationships/image" Target="../media/image293.wmf"/><Relationship Id="rId15" Type="http://schemas.openxmlformats.org/officeDocument/2006/relationships/image" Target="../media/image304.wmf"/><Relationship Id="rId23" Type="http://schemas.openxmlformats.org/officeDocument/2006/relationships/image" Target="../media/image292.wmf"/><Relationship Id="rId10" Type="http://schemas.openxmlformats.org/officeDocument/2006/relationships/oleObject" Target="../embeddings/oleObject369.bin"/><Relationship Id="rId19" Type="http://schemas.openxmlformats.org/officeDocument/2006/relationships/image" Target="../media/image306.wmf"/><Relationship Id="rId4" Type="http://schemas.openxmlformats.org/officeDocument/2006/relationships/oleObject" Target="../embeddings/oleObject359.bin"/><Relationship Id="rId9" Type="http://schemas.openxmlformats.org/officeDocument/2006/relationships/image" Target="../media/image301.wmf"/><Relationship Id="rId14" Type="http://schemas.openxmlformats.org/officeDocument/2006/relationships/oleObject" Target="../embeddings/oleObject371.bin"/><Relationship Id="rId22" Type="http://schemas.openxmlformats.org/officeDocument/2006/relationships/oleObject" Target="../embeddings/oleObject375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0.bin"/><Relationship Id="rId13" Type="http://schemas.openxmlformats.org/officeDocument/2006/relationships/image" Target="../media/image312.wmf"/><Relationship Id="rId3" Type="http://schemas.openxmlformats.org/officeDocument/2006/relationships/image" Target="../media/image307.wmf"/><Relationship Id="rId7" Type="http://schemas.openxmlformats.org/officeDocument/2006/relationships/image" Target="../media/image309.wmf"/><Relationship Id="rId12" Type="http://schemas.openxmlformats.org/officeDocument/2006/relationships/oleObject" Target="../embeddings/oleObject382.bin"/><Relationship Id="rId2" Type="http://schemas.openxmlformats.org/officeDocument/2006/relationships/oleObject" Target="../embeddings/oleObject3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9.bin"/><Relationship Id="rId11" Type="http://schemas.openxmlformats.org/officeDocument/2006/relationships/image" Target="../media/image311.wmf"/><Relationship Id="rId5" Type="http://schemas.openxmlformats.org/officeDocument/2006/relationships/image" Target="../media/image308.wmf"/><Relationship Id="rId10" Type="http://schemas.openxmlformats.org/officeDocument/2006/relationships/oleObject" Target="../embeddings/oleObject381.bin"/><Relationship Id="rId4" Type="http://schemas.openxmlformats.org/officeDocument/2006/relationships/oleObject" Target="../embeddings/oleObject378.bin"/><Relationship Id="rId9" Type="http://schemas.openxmlformats.org/officeDocument/2006/relationships/image" Target="../media/image31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5.bin"/><Relationship Id="rId13" Type="http://schemas.openxmlformats.org/officeDocument/2006/relationships/image" Target="../media/image110.wmf"/><Relationship Id="rId18" Type="http://schemas.openxmlformats.org/officeDocument/2006/relationships/oleObject" Target="../embeddings/oleObject390.bin"/><Relationship Id="rId3" Type="http://schemas.openxmlformats.org/officeDocument/2006/relationships/image" Target="../media/image296.wmf"/><Relationship Id="rId21" Type="http://schemas.openxmlformats.org/officeDocument/2006/relationships/oleObject" Target="../embeddings/oleObject393.bin"/><Relationship Id="rId7" Type="http://schemas.openxmlformats.org/officeDocument/2006/relationships/image" Target="../media/image313.wmf"/><Relationship Id="rId12" Type="http://schemas.openxmlformats.org/officeDocument/2006/relationships/oleObject" Target="../embeddings/oleObject387.bin"/><Relationship Id="rId17" Type="http://schemas.openxmlformats.org/officeDocument/2006/relationships/image" Target="../media/image294.wmf"/><Relationship Id="rId2" Type="http://schemas.openxmlformats.org/officeDocument/2006/relationships/oleObject" Target="../embeddings/oleObject376.bin"/><Relationship Id="rId16" Type="http://schemas.openxmlformats.org/officeDocument/2006/relationships/oleObject" Target="../embeddings/oleObject389.bin"/><Relationship Id="rId20" Type="http://schemas.openxmlformats.org/officeDocument/2006/relationships/oleObject" Target="../embeddings/oleObject3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4.bin"/><Relationship Id="rId11" Type="http://schemas.openxmlformats.org/officeDocument/2006/relationships/image" Target="../media/image315.wmf"/><Relationship Id="rId5" Type="http://schemas.openxmlformats.org/officeDocument/2006/relationships/image" Target="../media/image292.wmf"/><Relationship Id="rId15" Type="http://schemas.openxmlformats.org/officeDocument/2006/relationships/image" Target="../media/image293.wmf"/><Relationship Id="rId23" Type="http://schemas.openxmlformats.org/officeDocument/2006/relationships/image" Target="../media/image291.wmf"/><Relationship Id="rId10" Type="http://schemas.openxmlformats.org/officeDocument/2006/relationships/oleObject" Target="../embeddings/oleObject386.bin"/><Relationship Id="rId19" Type="http://schemas.openxmlformats.org/officeDocument/2006/relationships/oleObject" Target="../embeddings/oleObject391.bin"/><Relationship Id="rId4" Type="http://schemas.openxmlformats.org/officeDocument/2006/relationships/oleObject" Target="../embeddings/oleObject383.bin"/><Relationship Id="rId9" Type="http://schemas.openxmlformats.org/officeDocument/2006/relationships/image" Target="../media/image314.wmf"/><Relationship Id="rId14" Type="http://schemas.openxmlformats.org/officeDocument/2006/relationships/oleObject" Target="../embeddings/oleObject388.bin"/><Relationship Id="rId22" Type="http://schemas.openxmlformats.org/officeDocument/2006/relationships/oleObject" Target="../embeddings/oleObject394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6.bin"/><Relationship Id="rId13" Type="http://schemas.openxmlformats.org/officeDocument/2006/relationships/image" Target="../media/image318.wmf"/><Relationship Id="rId18" Type="http://schemas.openxmlformats.org/officeDocument/2006/relationships/oleObject" Target="../embeddings/oleObject401.bin"/><Relationship Id="rId3" Type="http://schemas.openxmlformats.org/officeDocument/2006/relationships/image" Target="../media/image110.wmf"/><Relationship Id="rId21" Type="http://schemas.openxmlformats.org/officeDocument/2006/relationships/image" Target="../media/image321.wmf"/><Relationship Id="rId7" Type="http://schemas.openxmlformats.org/officeDocument/2006/relationships/image" Target="../media/image294.wmf"/><Relationship Id="rId12" Type="http://schemas.openxmlformats.org/officeDocument/2006/relationships/oleObject" Target="../embeddings/oleObject398.bin"/><Relationship Id="rId17" Type="http://schemas.openxmlformats.org/officeDocument/2006/relationships/image" Target="../media/image319.wmf"/><Relationship Id="rId2" Type="http://schemas.openxmlformats.org/officeDocument/2006/relationships/oleObject" Target="../embeddings/oleObject395.bin"/><Relationship Id="rId16" Type="http://schemas.openxmlformats.org/officeDocument/2006/relationships/oleObject" Target="../embeddings/oleObject400.bin"/><Relationship Id="rId20" Type="http://schemas.openxmlformats.org/officeDocument/2006/relationships/oleObject" Target="../embeddings/oleObject4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3.bin"/><Relationship Id="rId11" Type="http://schemas.openxmlformats.org/officeDocument/2006/relationships/image" Target="../media/image317.wmf"/><Relationship Id="rId5" Type="http://schemas.openxmlformats.org/officeDocument/2006/relationships/image" Target="../media/image293.wmf"/><Relationship Id="rId15" Type="http://schemas.openxmlformats.org/officeDocument/2006/relationships/image" Target="../media/image191.wmf"/><Relationship Id="rId10" Type="http://schemas.openxmlformats.org/officeDocument/2006/relationships/oleObject" Target="../embeddings/oleObject397.bin"/><Relationship Id="rId19" Type="http://schemas.openxmlformats.org/officeDocument/2006/relationships/image" Target="../media/image320.wmf"/><Relationship Id="rId4" Type="http://schemas.openxmlformats.org/officeDocument/2006/relationships/oleObject" Target="../embeddings/oleObject392.bin"/><Relationship Id="rId9" Type="http://schemas.openxmlformats.org/officeDocument/2006/relationships/image" Target="../media/image316.wmf"/><Relationship Id="rId14" Type="http://schemas.openxmlformats.org/officeDocument/2006/relationships/oleObject" Target="../embeddings/oleObject399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6.bin"/><Relationship Id="rId13" Type="http://schemas.openxmlformats.org/officeDocument/2006/relationships/image" Target="../media/image327.wmf"/><Relationship Id="rId18" Type="http://schemas.openxmlformats.org/officeDocument/2006/relationships/oleObject" Target="../embeddings/oleObject411.bin"/><Relationship Id="rId3" Type="http://schemas.openxmlformats.org/officeDocument/2006/relationships/image" Target="../media/image322.wmf"/><Relationship Id="rId21" Type="http://schemas.openxmlformats.org/officeDocument/2006/relationships/image" Target="../media/image331.wmf"/><Relationship Id="rId7" Type="http://schemas.openxmlformats.org/officeDocument/2006/relationships/image" Target="../media/image324.wmf"/><Relationship Id="rId12" Type="http://schemas.openxmlformats.org/officeDocument/2006/relationships/oleObject" Target="../embeddings/oleObject408.bin"/><Relationship Id="rId17" Type="http://schemas.openxmlformats.org/officeDocument/2006/relationships/image" Target="../media/image329.wmf"/><Relationship Id="rId2" Type="http://schemas.openxmlformats.org/officeDocument/2006/relationships/oleObject" Target="../embeddings/oleObject403.bin"/><Relationship Id="rId16" Type="http://schemas.openxmlformats.org/officeDocument/2006/relationships/oleObject" Target="../embeddings/oleObject410.bin"/><Relationship Id="rId20" Type="http://schemas.openxmlformats.org/officeDocument/2006/relationships/oleObject" Target="../embeddings/oleObject4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5.bin"/><Relationship Id="rId11" Type="http://schemas.openxmlformats.org/officeDocument/2006/relationships/image" Target="../media/image326.wmf"/><Relationship Id="rId5" Type="http://schemas.openxmlformats.org/officeDocument/2006/relationships/image" Target="../media/image323.wmf"/><Relationship Id="rId15" Type="http://schemas.openxmlformats.org/officeDocument/2006/relationships/image" Target="../media/image328.wmf"/><Relationship Id="rId23" Type="http://schemas.openxmlformats.org/officeDocument/2006/relationships/image" Target="../media/image332.wmf"/><Relationship Id="rId10" Type="http://schemas.openxmlformats.org/officeDocument/2006/relationships/oleObject" Target="../embeddings/oleObject407.bin"/><Relationship Id="rId19" Type="http://schemas.openxmlformats.org/officeDocument/2006/relationships/image" Target="../media/image330.wmf"/><Relationship Id="rId4" Type="http://schemas.openxmlformats.org/officeDocument/2006/relationships/oleObject" Target="../embeddings/oleObject404.bin"/><Relationship Id="rId9" Type="http://schemas.openxmlformats.org/officeDocument/2006/relationships/image" Target="../media/image325.wmf"/><Relationship Id="rId14" Type="http://schemas.openxmlformats.org/officeDocument/2006/relationships/oleObject" Target="../embeddings/oleObject409.bin"/><Relationship Id="rId22" Type="http://schemas.openxmlformats.org/officeDocument/2006/relationships/oleObject" Target="../embeddings/oleObject4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807F675C-F067-F5ED-CD11-A3DCF0AC94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5850" y="2543175"/>
          <a:ext cx="18859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406080" progId="Equation.3">
                  <p:embed/>
                </p:oleObj>
              </mc:Choice>
              <mc:Fallback>
                <p:oleObj name="Equation" r:id="rId3" imgW="1257120" imgH="4060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2543175"/>
                        <a:ext cx="18859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3">
            <a:extLst>
              <a:ext uri="{FF2B5EF4-FFF2-40B4-BE49-F238E27FC236}">
                <a16:creationId xmlns:a16="http://schemas.microsoft.com/office/drawing/2014/main" id="{6775DCA1-37CD-6EAB-CAD5-2C34525FC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Series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1. </a:t>
            </a:r>
            <a:r>
              <a:rPr lang="en-US" altLang="ko-KR" sz="1200" b="1">
                <a:latin typeface="바탕" panose="02030600000101010101" pitchFamily="18" charset="-127"/>
                <a:ea typeface="바탕" panose="02030600000101010101" pitchFamily="18" charset="-127"/>
              </a:rPr>
              <a:t>Taylor series</a:t>
            </a:r>
            <a:endParaRPr lang="en-US" altLang="ko-KR" sz="1200" b="1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algn="just" latinLnBrk="0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ko-KR" sz="1200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테일러 시리즈는 직관적으로 본다면 복잡한 함수 식을 간단하게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x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의 다항식으로 표현할 수 있는 방법을 제시해 주는 것이다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다음은 테일러 시리즈로 전해는 방법이다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atinLnBrk="0"/>
            <a:endParaRPr lang="en-US" altLang="ko-KR" sz="900"/>
          </a:p>
        </p:txBody>
      </p:sp>
      <p:sp>
        <p:nvSpPr>
          <p:cNvPr id="1031" name="Rectangle 4">
            <a:extLst>
              <a:ext uri="{FF2B5EF4-FFF2-40B4-BE49-F238E27FC236}">
                <a16:creationId xmlns:a16="http://schemas.microsoft.com/office/drawing/2014/main" id="{DBCB93B2-6FE7-3544-E9EC-418B5212A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444875"/>
            <a:ext cx="57150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거칠게 증명 한다면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f(x)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가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N+1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번째 까지 미분이 가능하다고 하자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그렇다면 다음과 같은 식은 가능하다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900"/>
          </a:p>
        </p:txBody>
      </p:sp>
      <p:graphicFrame>
        <p:nvGraphicFramePr>
          <p:cNvPr id="1027" name="Object 5">
            <a:extLst>
              <a:ext uri="{FF2B5EF4-FFF2-40B4-BE49-F238E27FC236}">
                <a16:creationId xmlns:a16="http://schemas.microsoft.com/office/drawing/2014/main" id="{CC8CEE1C-30EC-915E-D1CF-BC9830EA60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" y="4110038"/>
          <a:ext cx="5753100" cy="317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35080" imgH="2044440" progId="Equation.3">
                  <p:embed/>
                </p:oleObj>
              </mc:Choice>
              <mc:Fallback>
                <p:oleObj name="Equation" r:id="rId5" imgW="3835080" imgH="20444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" y="4110038"/>
                        <a:ext cx="5753100" cy="317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Rectangle 6">
            <a:extLst>
              <a:ext uri="{FF2B5EF4-FFF2-40B4-BE49-F238E27FC236}">
                <a16:creationId xmlns:a16="http://schemas.microsoft.com/office/drawing/2014/main" id="{FEB198C6-681E-2487-0E73-C83597800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391400"/>
            <a:ext cx="57150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식을 정리하면 다음과 같이 된다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endParaRPr lang="en-US" altLang="ko-KR" sz="900"/>
          </a:p>
        </p:txBody>
      </p:sp>
      <p:graphicFrame>
        <p:nvGraphicFramePr>
          <p:cNvPr id="1028" name="Object 7">
            <a:extLst>
              <a:ext uri="{FF2B5EF4-FFF2-40B4-BE49-F238E27FC236}">
                <a16:creationId xmlns:a16="http://schemas.microsoft.com/office/drawing/2014/main" id="{247A119A-C4B2-0A77-2720-E2779B977D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3925" y="7700963"/>
          <a:ext cx="464820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98520" imgH="799920" progId="Equation.3">
                  <p:embed/>
                </p:oleObj>
              </mc:Choice>
              <mc:Fallback>
                <p:oleObj name="Equation" r:id="rId7" imgW="3098520" imgH="7999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7700963"/>
                        <a:ext cx="4648200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8">
            <a:extLst>
              <a:ext uri="{FF2B5EF4-FFF2-40B4-BE49-F238E27FC236}">
                <a16:creationId xmlns:a16="http://schemas.microsoft.com/office/drawing/2014/main" id="{BDE1222A-72C6-2559-FB74-98C98919D9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9109075"/>
          <a:ext cx="14478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65160" imgH="317160" progId="Equation.3">
                  <p:embed/>
                </p:oleObj>
              </mc:Choice>
              <mc:Fallback>
                <p:oleObj name="Equation" r:id="rId9" imgW="965160" imgH="3171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9109075"/>
                        <a:ext cx="14478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9">
            <a:extLst>
              <a:ext uri="{FF2B5EF4-FFF2-40B4-BE49-F238E27FC236}">
                <a16:creationId xmlns:a16="http://schemas.microsoft.com/office/drawing/2014/main" id="{67D3AC05-F020-5045-CDC8-99A7021FD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9250363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문제는                                     이 수렴해야 하는데 이에 대한 고민은 하지 말자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endParaRPr lang="en-US" altLang="ko-KR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BCC1D641-ED22-4439-73EC-39B10AA61A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576513"/>
          <a:ext cx="6858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" imgH="215640" progId="Equation.3">
                  <p:embed/>
                </p:oleObj>
              </mc:Choice>
              <mc:Fallback>
                <p:oleObj name="Equation" r:id="rId2" imgW="45720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76513"/>
                        <a:ext cx="6858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>
            <a:extLst>
              <a:ext uri="{FF2B5EF4-FFF2-40B4-BE49-F238E27FC236}">
                <a16:creationId xmlns:a16="http://schemas.microsoft.com/office/drawing/2014/main" id="{120353E1-5F5E-F8D7-A51A-F7144789E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5625" y="4498975"/>
          <a:ext cx="2667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25" y="4498975"/>
                        <a:ext cx="26670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>
            <a:extLst>
              <a:ext uri="{FF2B5EF4-FFF2-40B4-BE49-F238E27FC236}">
                <a16:creationId xmlns:a16="http://schemas.microsoft.com/office/drawing/2014/main" id="{DD5469BF-96A9-C6A3-21E8-1C91082F5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8050" y="4819650"/>
          <a:ext cx="1524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20" imgH="203040" progId="Equation.3">
                  <p:embed/>
                </p:oleObj>
              </mc:Choice>
              <mc:Fallback>
                <p:oleObj name="Equation" r:id="rId6" imgW="10152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050" y="4819650"/>
                        <a:ext cx="1524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>
            <a:extLst>
              <a:ext uri="{FF2B5EF4-FFF2-40B4-BE49-F238E27FC236}">
                <a16:creationId xmlns:a16="http://schemas.microsoft.com/office/drawing/2014/main" id="{4E1172FB-E23E-CEA7-F15B-B83EE5B84A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983163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0" imgH="215640" progId="Equation.3">
                  <p:embed/>
                </p:oleObj>
              </mc:Choice>
              <mc:Fallback>
                <p:oleObj name="Equation" r:id="rId8" imgW="16488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983163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Line 6">
            <a:extLst>
              <a:ext uri="{FF2B5EF4-FFF2-40B4-BE49-F238E27FC236}">
                <a16:creationId xmlns:a16="http://schemas.microsoft.com/office/drawing/2014/main" id="{0E33B1C4-CA4A-5F55-FEF4-E9E2601AE7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3250" y="5116513"/>
            <a:ext cx="7620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058" name="Line 7">
            <a:extLst>
              <a:ext uri="{FF2B5EF4-FFF2-40B4-BE49-F238E27FC236}">
                <a16:creationId xmlns:a16="http://schemas.microsoft.com/office/drawing/2014/main" id="{14E80A69-BE58-18E6-5CAD-D2F87CDA5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87688" y="4373563"/>
            <a:ext cx="2646362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059" name="Oval 8">
            <a:extLst>
              <a:ext uri="{FF2B5EF4-FFF2-40B4-BE49-F238E27FC236}">
                <a16:creationId xmlns:a16="http://schemas.microsoft.com/office/drawing/2014/main" id="{02F7D0E3-3816-24AF-BAB5-AF7DA09FC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788" y="5372100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060" name="Oval 9">
            <a:extLst>
              <a:ext uri="{FF2B5EF4-FFF2-40B4-BE49-F238E27FC236}">
                <a16:creationId xmlns:a16="http://schemas.microsoft.com/office/drawing/2014/main" id="{B35F4284-A083-D3A8-1533-AC603B792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825" y="4270375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061" name="Oval 10">
            <a:extLst>
              <a:ext uri="{FF2B5EF4-FFF2-40B4-BE49-F238E27FC236}">
                <a16:creationId xmlns:a16="http://schemas.microsoft.com/office/drawing/2014/main" id="{FABCCC5D-849D-40FB-5202-49A7604FA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25" y="57451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2054" name="Object 11">
            <a:extLst>
              <a:ext uri="{FF2B5EF4-FFF2-40B4-BE49-F238E27FC236}">
                <a16:creationId xmlns:a16="http://schemas.microsoft.com/office/drawing/2014/main" id="{52F8D153-7800-26E6-19A0-C295516745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2225" y="5505450"/>
          <a:ext cx="1905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203040" progId="Equation.3">
                  <p:embed/>
                </p:oleObj>
              </mc:Choice>
              <mc:Fallback>
                <p:oleObj name="Equation" r:id="rId10" imgW="12672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2225" y="5505450"/>
                        <a:ext cx="1905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Object 12">
            <a:extLst>
              <a:ext uri="{FF2B5EF4-FFF2-40B4-BE49-F238E27FC236}">
                <a16:creationId xmlns:a16="http://schemas.microsoft.com/office/drawing/2014/main" id="{8FE557C0-D4AA-C09E-3FCF-B859496064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2450" y="4373563"/>
          <a:ext cx="2286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80" imgH="203040" progId="Equation.3">
                  <p:embed/>
                </p:oleObj>
              </mc:Choice>
              <mc:Fallback>
                <p:oleObj name="Equation" r:id="rId12" imgW="152280" imgH="203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2450" y="4373563"/>
                        <a:ext cx="2286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2" name="Oval 13">
            <a:extLst>
              <a:ext uri="{FF2B5EF4-FFF2-40B4-BE49-F238E27FC236}">
                <a16:creationId xmlns:a16="http://schemas.microsoft.com/office/drawing/2014/main" id="{769EF90D-081A-896D-9199-A63C19C79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8" y="477361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063" name="Line 14">
            <a:extLst>
              <a:ext uri="{FF2B5EF4-FFF2-40B4-BE49-F238E27FC236}">
                <a16:creationId xmlns:a16="http://schemas.microsoft.com/office/drawing/2014/main" id="{393BB2C8-2254-CAB9-AEBF-1A577E596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916488"/>
            <a:ext cx="322263" cy="828675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064" name="Rectangle 15">
            <a:extLst>
              <a:ext uri="{FF2B5EF4-FFF2-40B4-BE49-F238E27FC236}">
                <a16:creationId xmlns:a16="http://schemas.microsoft.com/office/drawing/2014/main" id="{17B4A7BC-4337-8F5B-0D3E-565F05E0C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Collision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1. </a:t>
            </a:r>
            <a:r>
              <a:rPr lang="ko-KR" altLang="en-US" sz="1200" b="1">
                <a:latin typeface="바탕" panose="02030600000101010101" pitchFamily="18" charset="-127"/>
                <a:ea typeface="바탕" panose="02030600000101010101" pitchFamily="18" charset="-127"/>
              </a:rPr>
              <a:t>충돌이란</a:t>
            </a:r>
            <a:endParaRPr lang="ko-KR" altLang="en-US" sz="1200" b="1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algn="just" latinLnBrk="0"/>
            <a:r>
              <a: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ko-KR" altLang="en-US" sz="1200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집합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A, 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집합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B A∩B ≠ Φ</a:t>
            </a:r>
            <a:endParaRPr lang="en-US" altLang="ko-KR" sz="900"/>
          </a:p>
        </p:txBody>
      </p:sp>
      <p:sp>
        <p:nvSpPr>
          <p:cNvPr id="2065" name="Rectangle 16">
            <a:extLst>
              <a:ext uri="{FF2B5EF4-FFF2-40B4-BE49-F238E27FC236}">
                <a16:creationId xmlns:a16="http://schemas.microsoft.com/office/drawing/2014/main" id="{0078D3CA-569D-FF00-EE6C-C702DE31F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981200"/>
            <a:ext cx="57150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2. Point</a:t>
            </a:r>
          </a:p>
          <a:p>
            <a:pPr algn="just" latinLnBrk="0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ko-KR" sz="1200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    1. Point to Point</a:t>
            </a:r>
            <a:endParaRPr lang="en-US" altLang="ko-KR" sz="900" b="1"/>
          </a:p>
        </p:txBody>
      </p:sp>
      <p:sp>
        <p:nvSpPr>
          <p:cNvPr id="2066" name="Rectangle 17">
            <a:extLst>
              <a:ext uri="{FF2B5EF4-FFF2-40B4-BE49-F238E27FC236}">
                <a16:creationId xmlns:a16="http://schemas.microsoft.com/office/drawing/2014/main" id="{49A06180-5279-D8D8-6EB7-B6C2CC8DC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3152775"/>
            <a:ext cx="57150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2. Point to Line</a:t>
            </a:r>
            <a:endParaRPr lang="en-US" altLang="ko-KR" sz="900" b="1"/>
          </a:p>
        </p:txBody>
      </p:sp>
      <p:graphicFrame>
        <p:nvGraphicFramePr>
          <p:cNvPr id="2056" name="Object 18">
            <a:extLst>
              <a:ext uri="{FF2B5EF4-FFF2-40B4-BE49-F238E27FC236}">
                <a16:creationId xmlns:a16="http://schemas.microsoft.com/office/drawing/2014/main" id="{B969E61E-EE45-5BF5-DCCC-3F44FDE794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3687763"/>
          <a:ext cx="3600450" cy="414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00120" imgH="2666880" progId="Equation.3">
                  <p:embed/>
                </p:oleObj>
              </mc:Choice>
              <mc:Fallback>
                <p:oleObj name="Equation" r:id="rId14" imgW="2400120" imgH="26668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3687763"/>
                        <a:ext cx="3600450" cy="414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2">
            <a:extLst>
              <a:ext uri="{FF2B5EF4-FFF2-40B4-BE49-F238E27FC236}">
                <a16:creationId xmlns:a16="http://schemas.microsoft.com/office/drawing/2014/main" id="{F110CD96-2BDF-ED80-BF70-5F164795E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704850"/>
            <a:ext cx="57150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2. Point to Plane</a:t>
            </a:r>
            <a:endParaRPr lang="en-US" altLang="ko-KR" sz="900" b="1"/>
          </a:p>
        </p:txBody>
      </p:sp>
      <p:graphicFrame>
        <p:nvGraphicFramePr>
          <p:cNvPr id="3074" name="Object 3">
            <a:extLst>
              <a:ext uri="{FF2B5EF4-FFF2-40B4-BE49-F238E27FC236}">
                <a16:creationId xmlns:a16="http://schemas.microsoft.com/office/drawing/2014/main" id="{E4DA7573-C6D3-4CA6-1E6C-04A05EE34F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150" y="5313363"/>
          <a:ext cx="20193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253800" progId="Equation.3">
                  <p:embed/>
                </p:oleObj>
              </mc:Choice>
              <mc:Fallback>
                <p:oleObj name="Equation" r:id="rId2" imgW="1346040" imgH="253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5313363"/>
                        <a:ext cx="20193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">
            <a:extLst>
              <a:ext uri="{FF2B5EF4-FFF2-40B4-BE49-F238E27FC236}">
                <a16:creationId xmlns:a16="http://schemas.microsoft.com/office/drawing/2014/main" id="{263D3797-681E-65FD-2349-8D5EC6C7D3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1081088"/>
          <a:ext cx="2667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1081088"/>
                        <a:ext cx="2667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5">
            <a:extLst>
              <a:ext uri="{FF2B5EF4-FFF2-40B4-BE49-F238E27FC236}">
                <a16:creationId xmlns:a16="http://schemas.microsoft.com/office/drawing/2014/main" id="{7E77A9C2-9748-48F8-D120-2E57252F99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8325" y="2717800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15640" progId="Equation.3">
                  <p:embed/>
                </p:oleObj>
              </mc:Choice>
              <mc:Fallback>
                <p:oleObj name="Equation" r:id="rId6" imgW="16488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2717800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7">
            <a:extLst>
              <a:ext uri="{FF2B5EF4-FFF2-40B4-BE49-F238E27FC236}">
                <a16:creationId xmlns:a16="http://schemas.microsoft.com/office/drawing/2014/main" id="{DA0B2D76-6671-9728-B9A8-4454B30AEF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0588" y="2089150"/>
          <a:ext cx="1905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203040" progId="Equation.3">
                  <p:embed/>
                </p:oleObj>
              </mc:Choice>
              <mc:Fallback>
                <p:oleObj name="Equation" r:id="rId8" imgW="12672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8" y="2089150"/>
                        <a:ext cx="1905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8">
            <a:extLst>
              <a:ext uri="{FF2B5EF4-FFF2-40B4-BE49-F238E27FC236}">
                <a16:creationId xmlns:a16="http://schemas.microsoft.com/office/drawing/2014/main" id="{0EFF1E62-5613-8927-2101-9203E73382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0363" y="2952750"/>
          <a:ext cx="2667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228600" progId="Equation.3">
                  <p:embed/>
                </p:oleObj>
              </mc:Choice>
              <mc:Fallback>
                <p:oleObj name="Equation" r:id="rId10" imgW="17748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2952750"/>
                        <a:ext cx="2667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15">
            <a:extLst>
              <a:ext uri="{FF2B5EF4-FFF2-40B4-BE49-F238E27FC236}">
                <a16:creationId xmlns:a16="http://schemas.microsoft.com/office/drawing/2014/main" id="{CE6D9625-9C9C-824E-F98D-BFA0944B4B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0813" y="2522538"/>
          <a:ext cx="1905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3">
                  <p:embed/>
                </p:oleObj>
              </mc:Choice>
              <mc:Fallback>
                <p:oleObj name="Equation" r:id="rId12" imgW="126720" imgH="177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0813" y="2522538"/>
                        <a:ext cx="19050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9" name="Line 16">
            <a:extLst>
              <a:ext uri="{FF2B5EF4-FFF2-40B4-BE49-F238E27FC236}">
                <a16:creationId xmlns:a16="http://schemas.microsoft.com/office/drawing/2014/main" id="{C51F2FD3-CD97-0279-720F-DF842D04C4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6350" y="2378075"/>
            <a:ext cx="7938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3080" name="Object 17">
            <a:extLst>
              <a:ext uri="{FF2B5EF4-FFF2-40B4-BE49-F238E27FC236}">
                <a16:creationId xmlns:a16="http://schemas.microsoft.com/office/drawing/2014/main" id="{BFD5543D-61E1-907D-4544-6EABCE697F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150" y="3873500"/>
          <a:ext cx="22479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98320" imgH="787320" progId="Equation.3">
                  <p:embed/>
                </p:oleObj>
              </mc:Choice>
              <mc:Fallback>
                <p:oleObj name="Equation" r:id="rId14" imgW="1498320" imgH="7873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3873500"/>
                        <a:ext cx="22479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0" name="Line 18">
            <a:extLst>
              <a:ext uri="{FF2B5EF4-FFF2-40B4-BE49-F238E27FC236}">
                <a16:creationId xmlns:a16="http://schemas.microsoft.com/office/drawing/2014/main" id="{39A9358B-E6FF-27EE-7B7F-73F1C6838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3975" y="1225550"/>
            <a:ext cx="431800" cy="172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091" name="Line 19">
            <a:extLst>
              <a:ext uri="{FF2B5EF4-FFF2-40B4-BE49-F238E27FC236}">
                <a16:creationId xmlns:a16="http://schemas.microsoft.com/office/drawing/2014/main" id="{D9B0D49D-2B96-6032-45BB-BCFA6A2406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4825" y="1225550"/>
            <a:ext cx="2089150" cy="15827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092" name="Line 20">
            <a:extLst>
              <a:ext uri="{FF2B5EF4-FFF2-40B4-BE49-F238E27FC236}">
                <a16:creationId xmlns:a16="http://schemas.microsoft.com/office/drawing/2014/main" id="{C7ACDD87-4AD1-EFF2-B311-F79C42D82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6263" y="2808288"/>
            <a:ext cx="2449512" cy="144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3081" name="Object 21">
            <a:extLst>
              <a:ext uri="{FF2B5EF4-FFF2-40B4-BE49-F238E27FC236}">
                <a16:creationId xmlns:a16="http://schemas.microsoft.com/office/drawing/2014/main" id="{721A5AC4-B2B3-BEC4-F441-2B381FBC2B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150" y="5889625"/>
          <a:ext cx="2628900" cy="240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52480" imgH="1549080" progId="Equation.3">
                  <p:embed/>
                </p:oleObj>
              </mc:Choice>
              <mc:Fallback>
                <p:oleObj name="Equation" r:id="rId16" imgW="1752480" imgH="15490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5889625"/>
                        <a:ext cx="2628900" cy="240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3" name="Line 22">
            <a:extLst>
              <a:ext uri="{FF2B5EF4-FFF2-40B4-BE49-F238E27FC236}">
                <a16:creationId xmlns:a16="http://schemas.microsoft.com/office/drawing/2014/main" id="{AF35C0F2-A604-07B3-5726-C7CD9D27E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713" y="2305050"/>
            <a:ext cx="1008062" cy="6477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094" name="Line 23">
            <a:extLst>
              <a:ext uri="{FF2B5EF4-FFF2-40B4-BE49-F238E27FC236}">
                <a16:creationId xmlns:a16="http://schemas.microsoft.com/office/drawing/2014/main" id="{3D08E129-E82E-D062-EFC3-6BAB449EAE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7713" y="1225550"/>
            <a:ext cx="576262" cy="10795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095" name="Line 24">
            <a:extLst>
              <a:ext uri="{FF2B5EF4-FFF2-40B4-BE49-F238E27FC236}">
                <a16:creationId xmlns:a16="http://schemas.microsoft.com/office/drawing/2014/main" id="{2BE8E02E-1BE4-A02E-5E25-11FE23FF99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4825" y="2305050"/>
            <a:ext cx="1512888" cy="503238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3082" name="Object 25">
            <a:extLst>
              <a:ext uri="{FF2B5EF4-FFF2-40B4-BE49-F238E27FC236}">
                <a16:creationId xmlns:a16="http://schemas.microsoft.com/office/drawing/2014/main" id="{A0BA1F75-47C8-2606-0DAD-4F714E620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2520950"/>
          <a:ext cx="1905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3">
                  <p:embed/>
                </p:oleObj>
              </mc:Choice>
              <mc:Fallback>
                <p:oleObj name="Equation" r:id="rId18" imgW="126720" imgH="1774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520950"/>
                        <a:ext cx="19050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3" name="Object 26">
            <a:extLst>
              <a:ext uri="{FF2B5EF4-FFF2-40B4-BE49-F238E27FC236}">
                <a16:creationId xmlns:a16="http://schemas.microsoft.com/office/drawing/2014/main" id="{35B43428-99EE-5625-0E3E-75A7121C01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1950" y="1943100"/>
          <a:ext cx="190500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39680" progId="Equation.3">
                  <p:embed/>
                </p:oleObj>
              </mc:Choice>
              <mc:Fallback>
                <p:oleObj name="Equation" r:id="rId20" imgW="126720" imgH="1396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0" y="1943100"/>
                        <a:ext cx="190500" cy="21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4" name="Object 27">
            <a:extLst>
              <a:ext uri="{FF2B5EF4-FFF2-40B4-BE49-F238E27FC236}">
                <a16:creationId xmlns:a16="http://schemas.microsoft.com/office/drawing/2014/main" id="{8A36C8DC-BDD2-5E23-DB3E-9AB5A68856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9513" y="2089150"/>
          <a:ext cx="171450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120" imgH="139680" progId="Equation.3">
                  <p:embed/>
                </p:oleObj>
              </mc:Choice>
              <mc:Fallback>
                <p:oleObj name="Equation" r:id="rId22" imgW="114120" imgH="1396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2089150"/>
                        <a:ext cx="171450" cy="21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6" name="AutoShape 30">
            <a:extLst>
              <a:ext uri="{FF2B5EF4-FFF2-40B4-BE49-F238E27FC236}">
                <a16:creationId xmlns:a16="http://schemas.microsoft.com/office/drawing/2014/main" id="{A52D5EA1-DDD3-79CF-1D2B-CBDF50E8BD83}"/>
              </a:ext>
            </a:extLst>
          </p:cNvPr>
          <p:cNvSpPr>
            <a:spLocks noChangeArrowheads="1"/>
          </p:cNvSpPr>
          <p:nvPr/>
        </p:nvSpPr>
        <p:spPr bwMode="auto">
          <a:xfrm rot="10414110">
            <a:off x="1125538" y="1065213"/>
            <a:ext cx="4070350" cy="2317750"/>
          </a:xfrm>
          <a:custGeom>
            <a:avLst/>
            <a:gdLst>
              <a:gd name="T0" fmla="*/ 717097609 w 21600"/>
              <a:gd name="T1" fmla="*/ 124351052 h 21600"/>
              <a:gd name="T2" fmla="*/ 383512667 w 21600"/>
              <a:gd name="T3" fmla="*/ 248702104 h 21600"/>
              <a:gd name="T4" fmla="*/ 49927748 w 21600"/>
              <a:gd name="T5" fmla="*/ 124351052 h 21600"/>
              <a:gd name="T6" fmla="*/ 38351266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06 w 21600"/>
              <a:gd name="T13" fmla="*/ 3206 h 21600"/>
              <a:gd name="T14" fmla="*/ 18394 w 21600"/>
              <a:gd name="T15" fmla="*/ 1839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812" y="21600"/>
                </a:lnTo>
                <a:lnTo>
                  <a:pt x="18788" y="21600"/>
                </a:lnTo>
                <a:lnTo>
                  <a:pt x="21600" y="0"/>
                </a:lnTo>
                <a:close/>
              </a:path>
            </a:pathLst>
          </a:cu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097" name="Arc 31">
            <a:extLst>
              <a:ext uri="{FF2B5EF4-FFF2-40B4-BE49-F238E27FC236}">
                <a16:creationId xmlns:a16="http://schemas.microsoft.com/office/drawing/2014/main" id="{B9186DEF-3B94-C05C-120D-D78DCBC41F8A}"/>
              </a:ext>
            </a:extLst>
          </p:cNvPr>
          <p:cNvSpPr>
            <a:spLocks/>
          </p:cNvSpPr>
          <p:nvPr/>
        </p:nvSpPr>
        <p:spPr bwMode="auto">
          <a:xfrm rot="581799" flipV="1">
            <a:off x="2998788" y="2371725"/>
            <a:ext cx="576262" cy="220663"/>
          </a:xfrm>
          <a:custGeom>
            <a:avLst/>
            <a:gdLst>
              <a:gd name="T0" fmla="*/ 0 w 40588"/>
              <a:gd name="T1" fmla="*/ 1463496 h 21600"/>
              <a:gd name="T2" fmla="*/ 8181677 w 40588"/>
              <a:gd name="T3" fmla="*/ 1501694 h 21600"/>
              <a:gd name="T4" fmla="*/ 4077336 w 40588"/>
              <a:gd name="T5" fmla="*/ 225426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098" name="Arc 32">
            <a:extLst>
              <a:ext uri="{FF2B5EF4-FFF2-40B4-BE49-F238E27FC236}">
                <a16:creationId xmlns:a16="http://schemas.microsoft.com/office/drawing/2014/main" id="{67CA1D75-CD10-E289-A9B5-3B0FA9A7E344}"/>
              </a:ext>
            </a:extLst>
          </p:cNvPr>
          <p:cNvSpPr>
            <a:spLocks/>
          </p:cNvSpPr>
          <p:nvPr/>
        </p:nvSpPr>
        <p:spPr bwMode="auto">
          <a:xfrm rot="15543864" flipV="1">
            <a:off x="3273425" y="2098675"/>
            <a:ext cx="576263" cy="220663"/>
          </a:xfrm>
          <a:custGeom>
            <a:avLst/>
            <a:gdLst>
              <a:gd name="T0" fmla="*/ 0 w 40588"/>
              <a:gd name="T1" fmla="*/ 1463496 h 21600"/>
              <a:gd name="T2" fmla="*/ 8181705 w 40588"/>
              <a:gd name="T3" fmla="*/ 1501694 h 21600"/>
              <a:gd name="T4" fmla="*/ 4077343 w 40588"/>
              <a:gd name="T5" fmla="*/ 225426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099" name="Arc 33">
            <a:extLst>
              <a:ext uri="{FF2B5EF4-FFF2-40B4-BE49-F238E27FC236}">
                <a16:creationId xmlns:a16="http://schemas.microsoft.com/office/drawing/2014/main" id="{113BC7B1-A4DF-40E5-C09D-5196C530BD09}"/>
              </a:ext>
            </a:extLst>
          </p:cNvPr>
          <p:cNvSpPr>
            <a:spLocks/>
          </p:cNvSpPr>
          <p:nvPr/>
        </p:nvSpPr>
        <p:spPr bwMode="auto">
          <a:xfrm rot="8134944" flipV="1">
            <a:off x="2927350" y="2052638"/>
            <a:ext cx="576263" cy="220662"/>
          </a:xfrm>
          <a:custGeom>
            <a:avLst/>
            <a:gdLst>
              <a:gd name="T0" fmla="*/ 0 w 40588"/>
              <a:gd name="T1" fmla="*/ 1463490 h 21600"/>
              <a:gd name="T2" fmla="*/ 8181705 w 40588"/>
              <a:gd name="T3" fmla="*/ 1501687 h 21600"/>
              <a:gd name="T4" fmla="*/ 4077343 w 40588"/>
              <a:gd name="T5" fmla="*/ 225424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100" name="Oval 6">
            <a:extLst>
              <a:ext uri="{FF2B5EF4-FFF2-40B4-BE49-F238E27FC236}">
                <a16:creationId xmlns:a16="http://schemas.microsoft.com/office/drawing/2014/main" id="{E6B7C687-6324-92F7-C0B1-C5C2DAFCF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688" y="2233613"/>
            <a:ext cx="144462" cy="144462"/>
          </a:xfrm>
          <a:prstGeom prst="ellipse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3085" name="Object 34">
            <a:extLst>
              <a:ext uri="{FF2B5EF4-FFF2-40B4-BE49-F238E27FC236}">
                <a16:creationId xmlns:a16="http://schemas.microsoft.com/office/drawing/2014/main" id="{B0DADEE7-AD9F-E451-B350-AAAFD61B91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150" y="8701088"/>
          <a:ext cx="22479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98320" imgH="203040" progId="Equation.3">
                  <p:embed/>
                </p:oleObj>
              </mc:Choice>
              <mc:Fallback>
                <p:oleObj name="Equation" r:id="rId24" imgW="1498320" imgH="2030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8701088"/>
                        <a:ext cx="22479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6" name="Object 35">
            <a:extLst>
              <a:ext uri="{FF2B5EF4-FFF2-40B4-BE49-F238E27FC236}">
                <a16:creationId xmlns:a16="http://schemas.microsoft.com/office/drawing/2014/main" id="{6DCC598A-FA83-E81E-ED72-1387136D0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0313" y="3873500"/>
          <a:ext cx="2343150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62040" imgH="914400" progId="Equation.3">
                  <p:embed/>
                </p:oleObj>
              </mc:Choice>
              <mc:Fallback>
                <p:oleObj name="Equation" r:id="rId26" imgW="1562040" imgH="9144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3873500"/>
                        <a:ext cx="2343150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7" name="Object 36">
            <a:extLst>
              <a:ext uri="{FF2B5EF4-FFF2-40B4-BE49-F238E27FC236}">
                <a16:creationId xmlns:a16="http://schemas.microsoft.com/office/drawing/2014/main" id="{26B253AB-2ADF-8D4B-DD6A-538C7A021D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0313" y="5457825"/>
          <a:ext cx="23812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587240" imgH="203040" progId="Equation.3">
                  <p:embed/>
                </p:oleObj>
              </mc:Choice>
              <mc:Fallback>
                <p:oleObj name="Equation" r:id="rId28" imgW="1587240" imgH="2030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5457825"/>
                        <a:ext cx="238125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1" name="Line 37">
            <a:extLst>
              <a:ext uri="{FF2B5EF4-FFF2-40B4-BE49-F238E27FC236}">
                <a16:creationId xmlns:a16="http://schemas.microsoft.com/office/drawing/2014/main" id="{B72A6AA4-E107-E736-3ADF-51DEF62562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0438" y="3944938"/>
            <a:ext cx="0" cy="51117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102" name="Oval 12">
            <a:extLst>
              <a:ext uri="{FF2B5EF4-FFF2-40B4-BE49-F238E27FC236}">
                <a16:creationId xmlns:a16="http://schemas.microsoft.com/office/drawing/2014/main" id="{F268BEA5-C1C4-0735-F297-65AD4FDD1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1152525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103" name="Oval 10">
            <a:extLst>
              <a:ext uri="{FF2B5EF4-FFF2-40B4-BE49-F238E27FC236}">
                <a16:creationId xmlns:a16="http://schemas.microsoft.com/office/drawing/2014/main" id="{0C83C336-503D-3979-1378-CC69D13E0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2736850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104" name="Oval 11">
            <a:extLst>
              <a:ext uri="{FF2B5EF4-FFF2-40B4-BE49-F238E27FC236}">
                <a16:creationId xmlns:a16="http://schemas.microsoft.com/office/drawing/2014/main" id="{5B7DFCD1-B858-03DE-D920-0CD67F82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0" y="288131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" name="Line 67">
            <a:extLst>
              <a:ext uri="{FF2B5EF4-FFF2-40B4-BE49-F238E27FC236}">
                <a16:creationId xmlns:a16="http://schemas.microsoft.com/office/drawing/2014/main" id="{E946DD21-E565-BE61-72B7-5D7A7DF51D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6613" y="5384800"/>
            <a:ext cx="4752975" cy="1108075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118" name="Rectangle 28">
            <a:extLst>
              <a:ext uri="{FF2B5EF4-FFF2-40B4-BE49-F238E27FC236}">
                <a16:creationId xmlns:a16="http://schemas.microsoft.com/office/drawing/2014/main" id="{DF9D6CC1-1209-CD27-43FD-CC5C901F2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750888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3. Sphere to Sphere</a:t>
            </a:r>
            <a:endParaRPr lang="en-US" altLang="ko-KR" sz="900" b="1"/>
          </a:p>
        </p:txBody>
      </p:sp>
      <p:grpSp>
        <p:nvGrpSpPr>
          <p:cNvPr id="4119" name="Group 60">
            <a:extLst>
              <a:ext uri="{FF2B5EF4-FFF2-40B4-BE49-F238E27FC236}">
                <a16:creationId xmlns:a16="http://schemas.microsoft.com/office/drawing/2014/main" id="{5B40D61A-9179-D36E-6FBD-04556EE92130}"/>
              </a:ext>
            </a:extLst>
          </p:cNvPr>
          <p:cNvGrpSpPr>
            <a:grpSpLocks/>
          </p:cNvGrpSpPr>
          <p:nvPr/>
        </p:nvGrpSpPr>
        <p:grpSpPr bwMode="auto">
          <a:xfrm>
            <a:off x="1052513" y="982663"/>
            <a:ext cx="3578225" cy="2228850"/>
            <a:chOff x="754" y="716"/>
            <a:chExt cx="2254" cy="1404"/>
          </a:xfrm>
        </p:grpSpPr>
        <p:graphicFrame>
          <p:nvGraphicFramePr>
            <p:cNvPr id="4113" name="Object 31">
              <a:extLst>
                <a:ext uri="{FF2B5EF4-FFF2-40B4-BE49-F238E27FC236}">
                  <a16:creationId xmlns:a16="http://schemas.microsoft.com/office/drawing/2014/main" id="{C5244CF2-90AC-2945-8F27-6E591AA5E6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1" y="1511"/>
            <a:ext cx="156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215640" progId="Equation.3">
                    <p:embed/>
                  </p:oleObj>
                </mc:Choice>
                <mc:Fallback>
                  <p:oleObj name="Equation" r:id="rId2" imgW="164880" imgH="21564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1" y="1511"/>
                          <a:ext cx="156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2" name="Line 36">
              <a:extLst>
                <a:ext uri="{FF2B5EF4-FFF2-40B4-BE49-F238E27FC236}">
                  <a16:creationId xmlns:a16="http://schemas.microsoft.com/office/drawing/2014/main" id="{E253C8A3-3FB5-756C-18F7-1D723E0BE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7" y="1420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4133" name="Oval 40">
              <a:extLst>
                <a:ext uri="{FF2B5EF4-FFF2-40B4-BE49-F238E27FC236}">
                  <a16:creationId xmlns:a16="http://schemas.microsoft.com/office/drawing/2014/main" id="{7D2DE3DB-BEF1-7A9F-714E-88F0B2BCD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1375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34" name="Oval 45">
              <a:extLst>
                <a:ext uri="{FF2B5EF4-FFF2-40B4-BE49-F238E27FC236}">
                  <a16:creationId xmlns:a16="http://schemas.microsoft.com/office/drawing/2014/main" id="{E1C0FFEE-2A90-13DC-6909-DA5B01CB5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" y="843"/>
              <a:ext cx="1162" cy="116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35" name="Oval 54">
              <a:extLst>
                <a:ext uri="{FF2B5EF4-FFF2-40B4-BE49-F238E27FC236}">
                  <a16:creationId xmlns:a16="http://schemas.microsoft.com/office/drawing/2014/main" id="{9CD61E5B-0E79-F098-23DF-97151DFB7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3" y="1369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36" name="Oval 55">
              <a:extLst>
                <a:ext uri="{FF2B5EF4-FFF2-40B4-BE49-F238E27FC236}">
                  <a16:creationId xmlns:a16="http://schemas.microsoft.com/office/drawing/2014/main" id="{AE0D8454-B49A-4B25-F24C-293FDAFAC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4" y="716"/>
              <a:ext cx="1404" cy="140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37" name="Line 57">
              <a:extLst>
                <a:ext uri="{FF2B5EF4-FFF2-40B4-BE49-F238E27FC236}">
                  <a16:creationId xmlns:a16="http://schemas.microsoft.com/office/drawing/2014/main" id="{B360DEC6-998A-2911-F1FC-C2FD93F4D2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903"/>
              <a:ext cx="227" cy="4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4138" name="Line 58">
              <a:extLst>
                <a:ext uri="{FF2B5EF4-FFF2-40B4-BE49-F238E27FC236}">
                  <a16:creationId xmlns:a16="http://schemas.microsoft.com/office/drawing/2014/main" id="{C8542FBA-578F-E06E-4CDB-29830A7EEB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1" y="785"/>
              <a:ext cx="285" cy="6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graphicFrame>
          <p:nvGraphicFramePr>
            <p:cNvPr id="4114" name="Object 51">
              <a:extLst>
                <a:ext uri="{FF2B5EF4-FFF2-40B4-BE49-F238E27FC236}">
                  <a16:creationId xmlns:a16="http://schemas.microsoft.com/office/drawing/2014/main" id="{AE7CD333-A4EE-30B5-F5D4-ACB8FBCA18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39" y="1012"/>
            <a:ext cx="12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215640" progId="Equation.3">
                    <p:embed/>
                  </p:oleObj>
                </mc:Choice>
                <mc:Fallback>
                  <p:oleObj name="Equation" r:id="rId4" imgW="126720" imgH="21564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9" y="1012"/>
                          <a:ext cx="120" cy="20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5" name="Object 56">
              <a:extLst>
                <a:ext uri="{FF2B5EF4-FFF2-40B4-BE49-F238E27FC236}">
                  <a16:creationId xmlns:a16="http://schemas.microsoft.com/office/drawing/2014/main" id="{2C9347B7-022B-6D38-7A34-1C86E3375E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79" y="967"/>
            <a:ext cx="13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215640" progId="Equation.3">
                    <p:embed/>
                  </p:oleObj>
                </mc:Choice>
                <mc:Fallback>
                  <p:oleObj name="Equation" r:id="rId6" imgW="139680" imgH="21564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9" y="967"/>
                          <a:ext cx="132" cy="20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6" name="Object 59">
              <a:extLst>
                <a:ext uri="{FF2B5EF4-FFF2-40B4-BE49-F238E27FC236}">
                  <a16:creationId xmlns:a16="http://schemas.microsoft.com/office/drawing/2014/main" id="{DEC38DCE-9DEF-0148-06FC-FDA5EB4B33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75" y="1517"/>
            <a:ext cx="168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7480" imgH="215640" progId="Equation.3">
                    <p:embed/>
                  </p:oleObj>
                </mc:Choice>
                <mc:Fallback>
                  <p:oleObj name="Equation" r:id="rId8" imgW="177480" imgH="21564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5" y="1517"/>
                          <a:ext cx="168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8" name="Object 61">
            <a:extLst>
              <a:ext uri="{FF2B5EF4-FFF2-40B4-BE49-F238E27FC236}">
                <a16:creationId xmlns:a16="http://schemas.microsoft.com/office/drawing/2014/main" id="{626884BD-3BD7-28E9-E3C1-C10F43CF6B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513" y="3152775"/>
          <a:ext cx="18288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8960" imgH="215640" progId="Equation.3">
                  <p:embed/>
                </p:oleObj>
              </mc:Choice>
              <mc:Fallback>
                <p:oleObj name="Equation" r:id="rId10" imgW="1218960" imgH="21564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152775"/>
                        <a:ext cx="18288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4">
            <a:extLst>
              <a:ext uri="{FF2B5EF4-FFF2-40B4-BE49-F238E27FC236}">
                <a16:creationId xmlns:a16="http://schemas.microsoft.com/office/drawing/2014/main" id="{BFA77268-12B5-FF39-E02B-0E892A6247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4675" y="5880100"/>
          <a:ext cx="2095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" imgH="203040" progId="Equation.3">
                  <p:embed/>
                </p:oleObj>
              </mc:Choice>
              <mc:Fallback>
                <p:oleObj name="Equation" r:id="rId12" imgW="139680" imgH="20304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5880100"/>
                        <a:ext cx="20955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0" name="Line 66">
            <a:extLst>
              <a:ext uri="{FF2B5EF4-FFF2-40B4-BE49-F238E27FC236}">
                <a16:creationId xmlns:a16="http://schemas.microsoft.com/office/drawing/2014/main" id="{F79069BF-77DF-4F0C-2F9D-E5998A0050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68413" y="6275388"/>
            <a:ext cx="504825" cy="1190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100" name="Object 71">
            <a:extLst>
              <a:ext uri="{FF2B5EF4-FFF2-40B4-BE49-F238E27FC236}">
                <a16:creationId xmlns:a16="http://schemas.microsoft.com/office/drawing/2014/main" id="{085F3B7B-9DD2-E447-66A5-87F2091644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4513" y="6978650"/>
          <a:ext cx="266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3">
                  <p:embed/>
                </p:oleObj>
              </mc:Choice>
              <mc:Fallback>
                <p:oleObj name="Equation" r:id="rId14" imgW="177480" imgH="22860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6978650"/>
                        <a:ext cx="266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1" name="Line 74">
            <a:extLst>
              <a:ext uri="{FF2B5EF4-FFF2-40B4-BE49-F238E27FC236}">
                <a16:creationId xmlns:a16="http://schemas.microsoft.com/office/drawing/2014/main" id="{BD0274A4-A9A3-73E5-6C6E-3A8914E4C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1163" y="5745163"/>
            <a:ext cx="215900" cy="1008062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101" name="Object 75">
            <a:extLst>
              <a:ext uri="{FF2B5EF4-FFF2-40B4-BE49-F238E27FC236}">
                <a16:creationId xmlns:a16="http://schemas.microsoft.com/office/drawing/2014/main" id="{ED30FAE8-B46B-48DD-29A8-36DF8D209B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3938" y="8016875"/>
          <a:ext cx="17716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0800" imgH="241200" progId="Equation.3">
                  <p:embed/>
                </p:oleObj>
              </mc:Choice>
              <mc:Fallback>
                <p:oleObj name="Equation" r:id="rId16" imgW="1180800" imgH="24120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938" y="8016875"/>
                        <a:ext cx="17716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2" name="Line 78">
            <a:extLst>
              <a:ext uri="{FF2B5EF4-FFF2-40B4-BE49-F238E27FC236}">
                <a16:creationId xmlns:a16="http://schemas.microsoft.com/office/drawing/2014/main" id="{1CA31B32-CA51-611C-4FAC-05F74BD4A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8413" y="6392863"/>
            <a:ext cx="3076575" cy="360362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123" name="Oval 80">
            <a:extLst>
              <a:ext uri="{FF2B5EF4-FFF2-40B4-BE49-F238E27FC236}">
                <a16:creationId xmlns:a16="http://schemas.microsoft.com/office/drawing/2014/main" id="{CF7FE523-7B12-D232-4797-CF55061CD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3" y="5845175"/>
            <a:ext cx="1844675" cy="18446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124" name="Line 83">
            <a:extLst>
              <a:ext uri="{FF2B5EF4-FFF2-40B4-BE49-F238E27FC236}">
                <a16:creationId xmlns:a16="http://schemas.microsoft.com/office/drawing/2014/main" id="{09A589D0-4230-6430-415E-0A9173DCBB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7063" y="6781800"/>
            <a:ext cx="771525" cy="476250"/>
          </a:xfrm>
          <a:prstGeom prst="line">
            <a:avLst/>
          </a:prstGeom>
          <a:noFill/>
          <a:ln w="25400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102" name="Object 100">
            <a:extLst>
              <a:ext uri="{FF2B5EF4-FFF2-40B4-BE49-F238E27FC236}">
                <a16:creationId xmlns:a16="http://schemas.microsoft.com/office/drawing/2014/main" id="{2C1C2844-A822-FCD4-FBDB-5CCB988EE0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6788" y="6897688"/>
          <a:ext cx="1524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1520" imgH="126720" progId="Equation.3">
                  <p:embed/>
                </p:oleObj>
              </mc:Choice>
              <mc:Fallback>
                <p:oleObj name="Equation" r:id="rId18" imgW="101520" imgH="126720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6788" y="6897688"/>
                        <a:ext cx="152400" cy="1984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101">
            <a:extLst>
              <a:ext uri="{FF2B5EF4-FFF2-40B4-BE49-F238E27FC236}">
                <a16:creationId xmlns:a16="http://schemas.microsoft.com/office/drawing/2014/main" id="{191300B6-9439-A7F7-A6B6-247E9E8F50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7063" y="6075363"/>
          <a:ext cx="24765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4880" imgH="164880" progId="Equation.3">
                  <p:embed/>
                </p:oleObj>
              </mc:Choice>
              <mc:Fallback>
                <p:oleObj name="Equation" r:id="rId20" imgW="164880" imgH="164880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6075363"/>
                        <a:ext cx="247650" cy="2587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5" name="Oval 73">
            <a:extLst>
              <a:ext uri="{FF2B5EF4-FFF2-40B4-BE49-F238E27FC236}">
                <a16:creationId xmlns:a16="http://schemas.microsoft.com/office/drawing/2014/main" id="{756F4DC1-47CE-2CAB-DA26-45BCBE56C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634038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126" name="Oval 68">
            <a:extLst>
              <a:ext uri="{FF2B5EF4-FFF2-40B4-BE49-F238E27FC236}">
                <a16:creationId xmlns:a16="http://schemas.microsoft.com/office/drawing/2014/main" id="{2D1F8AC5-A341-5115-8BC4-BC37667D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5" y="6321425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4104" name="Object 103">
            <a:extLst>
              <a:ext uri="{FF2B5EF4-FFF2-40B4-BE49-F238E27FC236}">
                <a16:creationId xmlns:a16="http://schemas.microsoft.com/office/drawing/2014/main" id="{F967CE59-87ED-C8AE-9BFE-90905DCB0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1250" y="6662738"/>
          <a:ext cx="10477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98400" imgH="253800" progId="Equation.3">
                  <p:embed/>
                </p:oleObj>
              </mc:Choice>
              <mc:Fallback>
                <p:oleObj name="Equation" r:id="rId22" imgW="698400" imgH="25380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6662738"/>
                        <a:ext cx="1047750" cy="393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" name="Arc 104">
            <a:extLst>
              <a:ext uri="{FF2B5EF4-FFF2-40B4-BE49-F238E27FC236}">
                <a16:creationId xmlns:a16="http://schemas.microsoft.com/office/drawing/2014/main" id="{0ABA925B-D5AB-C7A2-C12F-6D7B3B284194}"/>
              </a:ext>
            </a:extLst>
          </p:cNvPr>
          <p:cNvSpPr>
            <a:spLocks/>
          </p:cNvSpPr>
          <p:nvPr/>
        </p:nvSpPr>
        <p:spPr bwMode="auto">
          <a:xfrm rot="10026766" flipV="1">
            <a:off x="1139825" y="5345113"/>
            <a:ext cx="3009900" cy="779462"/>
          </a:xfrm>
          <a:custGeom>
            <a:avLst/>
            <a:gdLst>
              <a:gd name="T0" fmla="*/ 0 w 42653"/>
              <a:gd name="T1" fmla="*/ 22697609 h 21600"/>
              <a:gd name="T2" fmla="*/ 212400012 w 42653"/>
              <a:gd name="T3" fmla="*/ 24919184 h 21600"/>
              <a:gd name="T4" fmla="*/ 105540203 w 42653"/>
              <a:gd name="T5" fmla="*/ 28127823 h 21600"/>
              <a:gd name="T6" fmla="*/ 0 60000 65536"/>
              <a:gd name="T7" fmla="*/ 0 60000 65536"/>
              <a:gd name="T8" fmla="*/ 0 60000 65536"/>
              <a:gd name="T9" fmla="*/ 0 w 42653"/>
              <a:gd name="T10" fmla="*/ 0 h 21600"/>
              <a:gd name="T11" fmla="*/ 42653 w 4265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653" h="21600" fill="none" extrusionOk="0">
                <a:moveTo>
                  <a:pt x="0" y="17430"/>
                </a:moveTo>
                <a:cubicBezTo>
                  <a:pt x="1992" y="7302"/>
                  <a:pt x="10872" y="-1"/>
                  <a:pt x="21194" y="0"/>
                </a:cubicBezTo>
                <a:cubicBezTo>
                  <a:pt x="32170" y="0"/>
                  <a:pt x="41400" y="8231"/>
                  <a:pt x="42653" y="19135"/>
                </a:cubicBezTo>
              </a:path>
              <a:path w="42653" h="21600" stroke="0" extrusionOk="0">
                <a:moveTo>
                  <a:pt x="0" y="17430"/>
                </a:moveTo>
                <a:cubicBezTo>
                  <a:pt x="1992" y="7302"/>
                  <a:pt x="10872" y="-1"/>
                  <a:pt x="21194" y="0"/>
                </a:cubicBezTo>
                <a:cubicBezTo>
                  <a:pt x="32170" y="0"/>
                  <a:pt x="41400" y="8231"/>
                  <a:pt x="42653" y="19135"/>
                </a:cubicBezTo>
                <a:lnTo>
                  <a:pt x="21194" y="21600"/>
                </a:lnTo>
                <a:close/>
              </a:path>
            </a:pathLst>
          </a:custGeom>
          <a:noFill/>
          <a:ln w="25400" cap="rnd">
            <a:solidFill>
              <a:srgbClr val="000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4105" name="Object 105">
            <a:extLst>
              <a:ext uri="{FF2B5EF4-FFF2-40B4-BE49-F238E27FC236}">
                <a16:creationId xmlns:a16="http://schemas.microsoft.com/office/drawing/2014/main" id="{0D749777-0E41-94BB-E579-FE2C5A0CCD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7625" y="5087938"/>
          <a:ext cx="4381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91960" imgH="241200" progId="Equation.3">
                  <p:embed/>
                </p:oleObj>
              </mc:Choice>
              <mc:Fallback>
                <p:oleObj name="Equation" r:id="rId24" imgW="291960" imgH="241200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5087938"/>
                        <a:ext cx="438150" cy="374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06">
            <a:extLst>
              <a:ext uri="{FF2B5EF4-FFF2-40B4-BE49-F238E27FC236}">
                <a16:creationId xmlns:a16="http://schemas.microsoft.com/office/drawing/2014/main" id="{FB7F761A-EFA1-2C17-679A-74BE75013A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3938" y="8483600"/>
          <a:ext cx="12382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25480" imgH="507960" progId="Equation.3">
                  <p:embed/>
                </p:oleObj>
              </mc:Choice>
              <mc:Fallback>
                <p:oleObj name="Equation" r:id="rId26" imgW="825480" imgH="507960" progId="Equation.3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938" y="8483600"/>
                        <a:ext cx="12382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07">
            <a:extLst>
              <a:ext uri="{FF2B5EF4-FFF2-40B4-BE49-F238E27FC236}">
                <a16:creationId xmlns:a16="http://schemas.microsoft.com/office/drawing/2014/main" id="{EF0BD5FB-8766-85ED-7E0C-6EB9A88B5A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8918575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61760" imgH="228600" progId="Equation.3">
                  <p:embed/>
                </p:oleObj>
              </mc:Choice>
              <mc:Fallback>
                <p:oleObj name="Equation" r:id="rId28" imgW="761760" imgH="228600" progId="Equation.3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8918575"/>
                        <a:ext cx="1143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8" name="Rectangle 108">
            <a:extLst>
              <a:ext uri="{FF2B5EF4-FFF2-40B4-BE49-F238E27FC236}">
                <a16:creationId xmlns:a16="http://schemas.microsoft.com/office/drawing/2014/main" id="{A7DFDBD4-1CE0-E1FA-BA22-33A06D815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4665663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4. Sphere to Line</a:t>
            </a:r>
            <a:endParaRPr lang="en-US" altLang="ko-KR" sz="900" b="1"/>
          </a:p>
        </p:txBody>
      </p:sp>
      <p:graphicFrame>
        <p:nvGraphicFramePr>
          <p:cNvPr id="4108" name="Object 65">
            <a:extLst>
              <a:ext uri="{FF2B5EF4-FFF2-40B4-BE49-F238E27FC236}">
                <a16:creationId xmlns:a16="http://schemas.microsoft.com/office/drawing/2014/main" id="{32CEB952-DC25-7F5A-B93F-6C3BD35371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7613" y="6532563"/>
          <a:ext cx="2857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0440" imgH="253800" progId="Equation.3">
                  <p:embed/>
                </p:oleObj>
              </mc:Choice>
              <mc:Fallback>
                <p:oleObj name="Equation" r:id="rId30" imgW="190440" imgH="25380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6532563"/>
                        <a:ext cx="2857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9" name="Oval 79">
            <a:extLst>
              <a:ext uri="{FF2B5EF4-FFF2-40B4-BE49-F238E27FC236}">
                <a16:creationId xmlns:a16="http://schemas.microsoft.com/office/drawing/2014/main" id="{6FD1ACAB-5939-62C1-DD49-CF85656A7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150" y="66976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4109" name="Object 110">
            <a:extLst>
              <a:ext uri="{FF2B5EF4-FFF2-40B4-BE49-F238E27FC236}">
                <a16:creationId xmlns:a16="http://schemas.microsoft.com/office/drawing/2014/main" id="{8B52CE88-BA11-0949-3266-043E64F3EB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3938" y="7529513"/>
          <a:ext cx="10477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98400" imgH="253800" progId="Equation.3">
                  <p:embed/>
                </p:oleObj>
              </mc:Choice>
              <mc:Fallback>
                <p:oleObj name="Equation" r:id="rId32" imgW="698400" imgH="253800" progId="Equation.3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938" y="7529513"/>
                        <a:ext cx="1047750" cy="393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0" name="Oval 111">
            <a:extLst>
              <a:ext uri="{FF2B5EF4-FFF2-40B4-BE49-F238E27FC236}">
                <a16:creationId xmlns:a16="http://schemas.microsoft.com/office/drawing/2014/main" id="{AEDF7EDC-3264-D781-5AC1-CEC4DC24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225" y="53848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4110" name="Object 112">
            <a:extLst>
              <a:ext uri="{FF2B5EF4-FFF2-40B4-BE49-F238E27FC236}">
                <a16:creationId xmlns:a16="http://schemas.microsoft.com/office/drawing/2014/main" id="{802BC3C3-BC33-17F7-2959-108D265F8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4288" y="4927600"/>
          <a:ext cx="2667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7480" imgH="241200" progId="Equation.3">
                  <p:embed/>
                </p:oleObj>
              </mc:Choice>
              <mc:Fallback>
                <p:oleObj name="Equation" r:id="rId34" imgW="177480" imgH="241200" progId="Equation.3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8" y="4927600"/>
                        <a:ext cx="2667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1" name="Object 113">
            <a:extLst>
              <a:ext uri="{FF2B5EF4-FFF2-40B4-BE49-F238E27FC236}">
                <a16:creationId xmlns:a16="http://schemas.microsoft.com/office/drawing/2014/main" id="{68D4416F-8A96-17A8-759D-931AA93CB7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2113" y="5168900"/>
          <a:ext cx="3048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03040" imgH="241200" progId="Equation.3">
                  <p:embed/>
                </p:oleObj>
              </mc:Choice>
              <mc:Fallback>
                <p:oleObj name="Equation" r:id="rId36" imgW="203040" imgH="241200" progId="Equation.3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5168900"/>
                        <a:ext cx="3048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1" name="Rectangle 115">
            <a:extLst>
              <a:ext uri="{FF2B5EF4-FFF2-40B4-BE49-F238E27FC236}">
                <a16:creationId xmlns:a16="http://schemas.microsoft.com/office/drawing/2014/main" id="{A4849440-988F-CAC9-44C9-344B084E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654425"/>
            <a:ext cx="12858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Point to Sphere</a:t>
            </a:r>
            <a:endParaRPr lang="en-US" altLang="ko-KR" sz="900" b="1"/>
          </a:p>
        </p:txBody>
      </p:sp>
      <p:graphicFrame>
        <p:nvGraphicFramePr>
          <p:cNvPr id="4112" name="Object 116">
            <a:extLst>
              <a:ext uri="{FF2B5EF4-FFF2-40B4-BE49-F238E27FC236}">
                <a16:creationId xmlns:a16="http://schemas.microsoft.com/office/drawing/2014/main" id="{EA1B5F27-CD5E-E356-C99D-0D63155424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513" y="3929063"/>
          <a:ext cx="23431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562040" imgH="241200" progId="Equation.3">
                  <p:embed/>
                </p:oleObj>
              </mc:Choice>
              <mc:Fallback>
                <p:oleObj name="Equation" r:id="rId38" imgW="1562040" imgH="241200" progId="Equation.3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929063"/>
                        <a:ext cx="234315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90C00B1B-7B2D-A433-51D2-C1B873D4BD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6825" y="6953250"/>
          <a:ext cx="36385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5680" imgH="228600" progId="Equation.3">
                  <p:embed/>
                </p:oleObj>
              </mc:Choice>
              <mc:Fallback>
                <p:oleObj name="Equation" r:id="rId2" imgW="24256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6953250"/>
                        <a:ext cx="36385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Rectangle 3">
            <a:extLst>
              <a:ext uri="{FF2B5EF4-FFF2-40B4-BE49-F238E27FC236}">
                <a16:creationId xmlns:a16="http://schemas.microsoft.com/office/drawing/2014/main" id="{D4963B64-2A50-629A-827F-33160C2BB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163763"/>
            <a:ext cx="57150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먼저 두 개의 직선이 한 평면 위에 있는지 검사한다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just" latinLnBrk="0"/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4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개의 점이 동일한 평면 위에 있기 위해서는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개의 점으로 이루어진 평면의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normal vector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와 세 점 중의 한 점과 나머지 한 점이 이루는 벡터와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scalar product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의 결과가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0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이어야 한다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900"/>
          </a:p>
        </p:txBody>
      </p:sp>
      <p:graphicFrame>
        <p:nvGraphicFramePr>
          <p:cNvPr id="5123" name="Object 4">
            <a:extLst>
              <a:ext uri="{FF2B5EF4-FFF2-40B4-BE49-F238E27FC236}">
                <a16:creationId xmlns:a16="http://schemas.microsoft.com/office/drawing/2014/main" id="{1BD491C2-75FA-3FBC-D536-1E31507561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7712075"/>
          <a:ext cx="1885950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914400" progId="Equation.3">
                  <p:embed/>
                </p:oleObj>
              </mc:Choice>
              <mc:Fallback>
                <p:oleObj name="Equation" r:id="rId4" imgW="125712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7712075"/>
                        <a:ext cx="1885950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6">
            <a:extLst>
              <a:ext uri="{FF2B5EF4-FFF2-40B4-BE49-F238E27FC236}">
                <a16:creationId xmlns:a16="http://schemas.microsoft.com/office/drawing/2014/main" id="{183E8945-BB4B-1075-5266-A662972569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5038" y="4737100"/>
          <a:ext cx="228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203040" progId="Equation.3">
                  <p:embed/>
                </p:oleObj>
              </mc:Choice>
              <mc:Fallback>
                <p:oleObj name="Equation" r:id="rId6" imgW="15228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4737100"/>
                        <a:ext cx="228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Oval 7">
            <a:extLst>
              <a:ext uri="{FF2B5EF4-FFF2-40B4-BE49-F238E27FC236}">
                <a16:creationId xmlns:a16="http://schemas.microsoft.com/office/drawing/2014/main" id="{D68ED4CA-E88A-32BB-9A68-7722C17C2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388" y="5695950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5125" name="Object 8">
            <a:extLst>
              <a:ext uri="{FF2B5EF4-FFF2-40B4-BE49-F238E27FC236}">
                <a16:creationId xmlns:a16="http://schemas.microsoft.com/office/drawing/2014/main" id="{4A903B5C-DEB0-878F-8DED-6A28EB44FB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5572125"/>
          <a:ext cx="1714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120" imgH="203040" progId="Equation.3">
                  <p:embed/>
                </p:oleObj>
              </mc:Choice>
              <mc:Fallback>
                <p:oleObj name="Equation" r:id="rId8" imgW="11412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572125"/>
                        <a:ext cx="17145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9">
            <a:extLst>
              <a:ext uri="{FF2B5EF4-FFF2-40B4-BE49-F238E27FC236}">
                <a16:creationId xmlns:a16="http://schemas.microsoft.com/office/drawing/2014/main" id="{E82B56AF-1594-46C5-C576-4CBD52A808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0800" y="5384800"/>
          <a:ext cx="2476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03040" progId="Equation.3">
                  <p:embed/>
                </p:oleObj>
              </mc:Choice>
              <mc:Fallback>
                <p:oleObj name="Equation" r:id="rId10" imgW="16488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5384800"/>
                        <a:ext cx="2476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10">
            <a:extLst>
              <a:ext uri="{FF2B5EF4-FFF2-40B4-BE49-F238E27FC236}">
                <a16:creationId xmlns:a16="http://schemas.microsoft.com/office/drawing/2014/main" id="{C9F69A02-F8DA-4F81-FA82-C79D8050C5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1163" y="4665663"/>
          <a:ext cx="24765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80" imgH="203040" progId="Equation.3">
                  <p:embed/>
                </p:oleObj>
              </mc:Choice>
              <mc:Fallback>
                <p:oleObj name="Equation" r:id="rId12" imgW="16488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163" y="4665663"/>
                        <a:ext cx="24765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11">
            <a:extLst>
              <a:ext uri="{FF2B5EF4-FFF2-40B4-BE49-F238E27FC236}">
                <a16:creationId xmlns:a16="http://schemas.microsoft.com/office/drawing/2014/main" id="{7A1A5B98-731D-4C4B-FAEC-6B9134EDBE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5400" y="3657600"/>
          <a:ext cx="2476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03040" progId="Equation.3">
                  <p:embed/>
                </p:oleObj>
              </mc:Choice>
              <mc:Fallback>
                <p:oleObj name="Equation" r:id="rId14" imgW="16488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657600"/>
                        <a:ext cx="24765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12">
            <a:extLst>
              <a:ext uri="{FF2B5EF4-FFF2-40B4-BE49-F238E27FC236}">
                <a16:creationId xmlns:a16="http://schemas.microsoft.com/office/drawing/2014/main" id="{365B4598-A609-3781-6BF4-E0E94340A0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8863" y="4808538"/>
          <a:ext cx="2286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203040" progId="Equation.3">
                  <p:embed/>
                </p:oleObj>
              </mc:Choice>
              <mc:Fallback>
                <p:oleObj name="Equation" r:id="rId16" imgW="152280" imgH="203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863" y="4808538"/>
                        <a:ext cx="2286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Line 13">
            <a:extLst>
              <a:ext uri="{FF2B5EF4-FFF2-40B4-BE49-F238E27FC236}">
                <a16:creationId xmlns:a16="http://schemas.microsoft.com/office/drawing/2014/main" id="{32D31519-1910-8444-DD09-AEC7497D8446}"/>
              </a:ext>
            </a:extLst>
          </p:cNvPr>
          <p:cNvSpPr>
            <a:spLocks noChangeShapeType="1"/>
          </p:cNvSpPr>
          <p:nvPr/>
        </p:nvSpPr>
        <p:spPr bwMode="auto">
          <a:xfrm rot="2400000" flipV="1">
            <a:off x="4508500" y="4881563"/>
            <a:ext cx="71438" cy="508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5134" name="Oval 14">
            <a:extLst>
              <a:ext uri="{FF2B5EF4-FFF2-40B4-BE49-F238E27FC236}">
                <a16:creationId xmlns:a16="http://schemas.microsoft.com/office/drawing/2014/main" id="{D75A9CDA-C379-0B3C-143D-4CFB33340BB4}"/>
              </a:ext>
            </a:extLst>
          </p:cNvPr>
          <p:cNvSpPr>
            <a:spLocks noChangeArrowheads="1"/>
          </p:cNvSpPr>
          <p:nvPr/>
        </p:nvSpPr>
        <p:spPr bwMode="auto">
          <a:xfrm rot="2400000">
            <a:off x="2473325" y="4984750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135" name="Oval 15">
            <a:extLst>
              <a:ext uri="{FF2B5EF4-FFF2-40B4-BE49-F238E27FC236}">
                <a16:creationId xmlns:a16="http://schemas.microsoft.com/office/drawing/2014/main" id="{F492A101-C725-D82D-70B2-C30A2B2C3BD1}"/>
              </a:ext>
            </a:extLst>
          </p:cNvPr>
          <p:cNvSpPr>
            <a:spLocks noChangeArrowheads="1"/>
          </p:cNvSpPr>
          <p:nvPr/>
        </p:nvSpPr>
        <p:spPr bwMode="auto">
          <a:xfrm rot="2400000">
            <a:off x="3841750" y="5708650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136" name="Oval 16">
            <a:extLst>
              <a:ext uri="{FF2B5EF4-FFF2-40B4-BE49-F238E27FC236}">
                <a16:creationId xmlns:a16="http://schemas.microsoft.com/office/drawing/2014/main" id="{3DBCE4BC-3047-A760-5728-2A4C9BAC5ECD}"/>
              </a:ext>
            </a:extLst>
          </p:cNvPr>
          <p:cNvSpPr>
            <a:spLocks noChangeArrowheads="1"/>
          </p:cNvSpPr>
          <p:nvPr/>
        </p:nvSpPr>
        <p:spPr bwMode="auto">
          <a:xfrm rot="2400000">
            <a:off x="4005263" y="4737100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137" name="Oval 17">
            <a:extLst>
              <a:ext uri="{FF2B5EF4-FFF2-40B4-BE49-F238E27FC236}">
                <a16:creationId xmlns:a16="http://schemas.microsoft.com/office/drawing/2014/main" id="{472F48CC-D33D-6578-1323-93EBD4FCEDC7}"/>
              </a:ext>
            </a:extLst>
          </p:cNvPr>
          <p:cNvSpPr>
            <a:spLocks noChangeArrowheads="1"/>
          </p:cNvSpPr>
          <p:nvPr/>
        </p:nvSpPr>
        <p:spPr bwMode="auto">
          <a:xfrm rot="2400000">
            <a:off x="2797175" y="3948113"/>
            <a:ext cx="107950" cy="1079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138" name="AutoShape 18">
            <a:extLst>
              <a:ext uri="{FF2B5EF4-FFF2-40B4-BE49-F238E27FC236}">
                <a16:creationId xmlns:a16="http://schemas.microsoft.com/office/drawing/2014/main" id="{AE5CD8C3-7AF3-4136-65CF-F0FB95ABED0A}"/>
              </a:ext>
            </a:extLst>
          </p:cNvPr>
          <p:cNvSpPr>
            <a:spLocks noChangeArrowheads="1"/>
          </p:cNvSpPr>
          <p:nvPr/>
        </p:nvSpPr>
        <p:spPr bwMode="auto">
          <a:xfrm rot="-8921966">
            <a:off x="1700213" y="3990975"/>
            <a:ext cx="3087687" cy="1698625"/>
          </a:xfrm>
          <a:custGeom>
            <a:avLst/>
            <a:gdLst>
              <a:gd name="T0" fmla="*/ 411750489 w 21600"/>
              <a:gd name="T1" fmla="*/ 66790009 h 21600"/>
              <a:gd name="T2" fmla="*/ 220690133 w 21600"/>
              <a:gd name="T3" fmla="*/ 133579940 h 21600"/>
              <a:gd name="T4" fmla="*/ 29629643 w 21600"/>
              <a:gd name="T5" fmla="*/ 66790009 h 21600"/>
              <a:gd name="T6" fmla="*/ 220690133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0 w 21600"/>
              <a:gd name="T13" fmla="*/ 3250 h 21600"/>
              <a:gd name="T14" fmla="*/ 18350 w 21600"/>
              <a:gd name="T15" fmla="*/ 183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899" y="21600"/>
                </a:lnTo>
                <a:lnTo>
                  <a:pt x="18701" y="21600"/>
                </a:lnTo>
                <a:lnTo>
                  <a:pt x="21600" y="0"/>
                </a:lnTo>
                <a:close/>
              </a:path>
            </a:pathLst>
          </a:cu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139" name="Line 19">
            <a:extLst>
              <a:ext uri="{FF2B5EF4-FFF2-40B4-BE49-F238E27FC236}">
                <a16:creationId xmlns:a16="http://schemas.microsoft.com/office/drawing/2014/main" id="{C5D88F1C-0D7A-0361-BC0C-7D629914471B}"/>
              </a:ext>
            </a:extLst>
          </p:cNvPr>
          <p:cNvSpPr>
            <a:spLocks noChangeShapeType="1"/>
          </p:cNvSpPr>
          <p:nvPr/>
        </p:nvSpPr>
        <p:spPr bwMode="auto">
          <a:xfrm rot="2400000" flipH="1">
            <a:off x="2814638" y="4306888"/>
            <a:ext cx="1236662" cy="130175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5140" name="Line 20">
            <a:extLst>
              <a:ext uri="{FF2B5EF4-FFF2-40B4-BE49-F238E27FC236}">
                <a16:creationId xmlns:a16="http://schemas.microsoft.com/office/drawing/2014/main" id="{698863BB-0A93-DFD6-CB0D-DDFA455F48D3}"/>
              </a:ext>
            </a:extLst>
          </p:cNvPr>
          <p:cNvSpPr>
            <a:spLocks noChangeShapeType="1"/>
          </p:cNvSpPr>
          <p:nvPr/>
        </p:nvSpPr>
        <p:spPr bwMode="auto">
          <a:xfrm rot="2400000" flipH="1" flipV="1">
            <a:off x="2495550" y="4060825"/>
            <a:ext cx="398463" cy="942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5141" name="Line 21">
            <a:extLst>
              <a:ext uri="{FF2B5EF4-FFF2-40B4-BE49-F238E27FC236}">
                <a16:creationId xmlns:a16="http://schemas.microsoft.com/office/drawing/2014/main" id="{DF4DA067-E77E-26BE-D78C-2460C9E1D154}"/>
              </a:ext>
            </a:extLst>
          </p:cNvPr>
          <p:cNvSpPr>
            <a:spLocks noChangeShapeType="1"/>
          </p:cNvSpPr>
          <p:nvPr/>
        </p:nvSpPr>
        <p:spPr bwMode="auto">
          <a:xfrm rot="2400000" flipV="1">
            <a:off x="2787650" y="4352925"/>
            <a:ext cx="949325" cy="1104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5142" name="Line 22">
            <a:extLst>
              <a:ext uri="{FF2B5EF4-FFF2-40B4-BE49-F238E27FC236}">
                <a16:creationId xmlns:a16="http://schemas.microsoft.com/office/drawing/2014/main" id="{8D519193-DD21-228B-6115-E225E0BDAD42}"/>
              </a:ext>
            </a:extLst>
          </p:cNvPr>
          <p:cNvSpPr>
            <a:spLocks noChangeShapeType="1"/>
          </p:cNvSpPr>
          <p:nvPr/>
        </p:nvSpPr>
        <p:spPr bwMode="auto">
          <a:xfrm rot="2400000">
            <a:off x="2460625" y="4556125"/>
            <a:ext cx="1824038" cy="63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5143" name="Rectangle 23">
            <a:extLst>
              <a:ext uri="{FF2B5EF4-FFF2-40B4-BE49-F238E27FC236}">
                <a16:creationId xmlns:a16="http://schemas.microsoft.com/office/drawing/2014/main" id="{F4CBDF67-0C16-A07C-8125-2F3D6A742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09600"/>
            <a:ext cx="57150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Collision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2. Line</a:t>
            </a:r>
            <a:endParaRPr lang="en-US" altLang="ko-KR" sz="100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5144" name="Rectangle 24">
            <a:extLst>
              <a:ext uri="{FF2B5EF4-FFF2-40B4-BE49-F238E27FC236}">
                <a16:creationId xmlns:a16="http://schemas.microsoft.com/office/drawing/2014/main" id="{B6F7051B-9057-F254-B6CA-F1ACA9B18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477963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1. Line to Line</a:t>
            </a:r>
            <a:endParaRPr lang="en-US" altLang="ko-KR" sz="900" b="1"/>
          </a:p>
        </p:txBody>
      </p:sp>
      <p:sp>
        <p:nvSpPr>
          <p:cNvPr id="5145" name="Oval 25">
            <a:extLst>
              <a:ext uri="{FF2B5EF4-FFF2-40B4-BE49-F238E27FC236}">
                <a16:creationId xmlns:a16="http://schemas.microsoft.com/office/drawing/2014/main" id="{E9625259-69EC-3FAD-AB23-94A25D3579BC}"/>
              </a:ext>
            </a:extLst>
          </p:cNvPr>
          <p:cNvSpPr>
            <a:spLocks noChangeArrowheads="1"/>
          </p:cNvSpPr>
          <p:nvPr/>
        </p:nvSpPr>
        <p:spPr bwMode="auto">
          <a:xfrm rot="2400000">
            <a:off x="3316288" y="4816475"/>
            <a:ext cx="147637" cy="147638"/>
          </a:xfrm>
          <a:prstGeom prst="ellipse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5130" name="Object 26">
            <a:extLst>
              <a:ext uri="{FF2B5EF4-FFF2-40B4-BE49-F238E27FC236}">
                <a16:creationId xmlns:a16="http://schemas.microsoft.com/office/drawing/2014/main" id="{46AA0F46-853D-7AC3-E8BD-B51A496EF8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1663" y="5024438"/>
          <a:ext cx="1905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203040" progId="Equation.3">
                  <p:embed/>
                </p:oleObj>
              </mc:Choice>
              <mc:Fallback>
                <p:oleObj name="Equation" r:id="rId18" imgW="126720" imgH="2030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663" y="5024438"/>
                        <a:ext cx="1905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0">
            <a:extLst>
              <a:ext uri="{FF2B5EF4-FFF2-40B4-BE49-F238E27FC236}">
                <a16:creationId xmlns:a16="http://schemas.microsoft.com/office/drawing/2014/main" id="{92DCCB6F-D37A-8E8A-0C42-E2D39489D6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214438"/>
          <a:ext cx="2552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253800" progId="Equation.3">
                  <p:embed/>
                </p:oleObj>
              </mc:Choice>
              <mc:Fallback>
                <p:oleObj name="Equation" r:id="rId2" imgW="1701720" imgH="2538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4438"/>
                        <a:ext cx="2552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1">
            <a:extLst>
              <a:ext uri="{FF2B5EF4-FFF2-40B4-BE49-F238E27FC236}">
                <a16:creationId xmlns:a16="http://schemas.microsoft.com/office/drawing/2014/main" id="{43C12F49-DB8F-2E7C-C34B-9DCD2D69DC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843088"/>
          <a:ext cx="18669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253800" progId="Equation.3">
                  <p:embed/>
                </p:oleObj>
              </mc:Choice>
              <mc:Fallback>
                <p:oleObj name="Equation" r:id="rId4" imgW="1244520" imgH="2538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843088"/>
                        <a:ext cx="18669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36">
            <a:extLst>
              <a:ext uri="{FF2B5EF4-FFF2-40B4-BE49-F238E27FC236}">
                <a16:creationId xmlns:a16="http://schemas.microsoft.com/office/drawing/2014/main" id="{89A0A00E-CC2B-FFCA-22CD-2858942ED2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473325"/>
          <a:ext cx="3581400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7520" imgH="1269720" progId="Equation.3">
                  <p:embed/>
                </p:oleObj>
              </mc:Choice>
              <mc:Fallback>
                <p:oleObj name="Equation" r:id="rId6" imgW="2387520" imgH="126972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473325"/>
                        <a:ext cx="3581400" cy="197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37">
            <a:extLst>
              <a:ext uri="{FF2B5EF4-FFF2-40B4-BE49-F238E27FC236}">
                <a16:creationId xmlns:a16="http://schemas.microsoft.com/office/drawing/2014/main" id="{7FE528BA-9F21-DDB0-7518-61C04EEC19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684713"/>
          <a:ext cx="25336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88760" imgH="457200" progId="Equation.3">
                  <p:embed/>
                </p:oleObj>
              </mc:Choice>
              <mc:Fallback>
                <p:oleObj name="Equation" r:id="rId8" imgW="1688760" imgH="4572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684713"/>
                        <a:ext cx="25336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38">
            <a:extLst>
              <a:ext uri="{FF2B5EF4-FFF2-40B4-BE49-F238E27FC236}">
                <a16:creationId xmlns:a16="http://schemas.microsoft.com/office/drawing/2014/main" id="{7C786651-5435-4078-41DE-D55A123DB3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630863"/>
          <a:ext cx="3009900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06280" imgH="1269720" progId="Equation.3">
                  <p:embed/>
                </p:oleObj>
              </mc:Choice>
              <mc:Fallback>
                <p:oleObj name="Equation" r:id="rId10" imgW="2006280" imgH="126972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630863"/>
                        <a:ext cx="3009900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39">
            <a:extLst>
              <a:ext uri="{FF2B5EF4-FFF2-40B4-BE49-F238E27FC236}">
                <a16:creationId xmlns:a16="http://schemas.microsoft.com/office/drawing/2014/main" id="{BBF55AEC-DC34-76C5-9279-F0B2B50D42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7842250"/>
          <a:ext cx="2476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50960" imgH="457200" progId="Equation.3">
                  <p:embed/>
                </p:oleObj>
              </mc:Choice>
              <mc:Fallback>
                <p:oleObj name="Equation" r:id="rId12" imgW="1650960" imgH="4572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7842250"/>
                        <a:ext cx="24765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43">
            <a:extLst>
              <a:ext uri="{FF2B5EF4-FFF2-40B4-BE49-F238E27FC236}">
                <a16:creationId xmlns:a16="http://schemas.microsoft.com/office/drawing/2014/main" id="{4D323340-8634-0466-808E-7A2850B8D0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8788400"/>
          <a:ext cx="22098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120" imgH="203040" progId="Equation.3">
                  <p:embed/>
                </p:oleObj>
              </mc:Choice>
              <mc:Fallback>
                <p:oleObj name="Equation" r:id="rId14" imgW="1473120" imgH="20304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8788400"/>
                        <a:ext cx="22098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Rectangle 44">
            <a:extLst>
              <a:ext uri="{FF2B5EF4-FFF2-40B4-BE49-F238E27FC236}">
                <a16:creationId xmlns:a16="http://schemas.microsoft.com/office/drawing/2014/main" id="{240F7A32-EF9C-30F7-C07B-64C11E664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3525" y="8818563"/>
            <a:ext cx="23622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이면 충돌</a:t>
            </a:r>
            <a:endParaRPr lang="ko-KR" altLang="en-US" sz="900"/>
          </a:p>
        </p:txBody>
      </p:sp>
      <p:sp>
        <p:nvSpPr>
          <p:cNvPr id="6154" name="Rectangle 45">
            <a:extLst>
              <a:ext uri="{FF2B5EF4-FFF2-40B4-BE49-F238E27FC236}">
                <a16:creationId xmlns:a16="http://schemas.microsoft.com/office/drawing/2014/main" id="{A580484D-9768-97E4-DCC9-E5E7EC404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750888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2. </a:t>
            </a:r>
            <a:r>
              <a:rPr lang="ko-KR" altLang="en-US" sz="1000" b="1">
                <a:latin typeface="바탕" panose="02030600000101010101" pitchFamily="18" charset="-127"/>
                <a:ea typeface="바탕" panose="02030600000101010101" pitchFamily="18" charset="-127"/>
              </a:rPr>
              <a:t>외적을 이용한 충돌 점 구하기</a:t>
            </a:r>
            <a:endParaRPr lang="ko-KR" altLang="en-US" sz="9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Rectangle 12">
            <a:extLst>
              <a:ext uri="{FF2B5EF4-FFF2-40B4-BE49-F238E27FC236}">
                <a16:creationId xmlns:a16="http://schemas.microsoft.com/office/drawing/2014/main" id="{F1E4AD6B-4A5E-C0AD-0CDB-219A68078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750888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3. </a:t>
            </a:r>
            <a:r>
              <a:rPr lang="ko-KR" altLang="en-US" sz="1000" b="1">
                <a:latin typeface="바탕" panose="02030600000101010101" pitchFamily="18" charset="-127"/>
                <a:ea typeface="바탕" panose="02030600000101010101" pitchFamily="18" charset="-127"/>
              </a:rPr>
              <a:t>내적을 이용하는 경우</a:t>
            </a:r>
            <a:endParaRPr lang="ko-KR" altLang="en-US" sz="900" b="1"/>
          </a:p>
        </p:txBody>
      </p:sp>
      <p:graphicFrame>
        <p:nvGraphicFramePr>
          <p:cNvPr id="7170" name="Object 14">
            <a:extLst>
              <a:ext uri="{FF2B5EF4-FFF2-40B4-BE49-F238E27FC236}">
                <a16:creationId xmlns:a16="http://schemas.microsoft.com/office/drawing/2014/main" id="{9F4003F9-A963-1EE2-7F5C-193746032A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136650"/>
          <a:ext cx="18669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253800" progId="Equation.3">
                  <p:embed/>
                </p:oleObj>
              </mc:Choice>
              <mc:Fallback>
                <p:oleObj name="Equation" r:id="rId2" imgW="1244520" imgH="253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36650"/>
                        <a:ext cx="18669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15">
            <a:extLst>
              <a:ext uri="{FF2B5EF4-FFF2-40B4-BE49-F238E27FC236}">
                <a16:creationId xmlns:a16="http://schemas.microsoft.com/office/drawing/2014/main" id="{DA1A2A01-B690-5B8C-20DB-B1127F8A65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394075"/>
          <a:ext cx="331470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1015920" progId="Equation.3">
                  <p:embed/>
                </p:oleObj>
              </mc:Choice>
              <mc:Fallback>
                <p:oleObj name="Equation" r:id="rId4" imgW="2209680" imgH="10159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394075"/>
                        <a:ext cx="3314700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6">
            <a:extLst>
              <a:ext uri="{FF2B5EF4-FFF2-40B4-BE49-F238E27FC236}">
                <a16:creationId xmlns:a16="http://schemas.microsoft.com/office/drawing/2014/main" id="{D6C902D2-2840-F646-856A-20B2547D47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6046788"/>
          <a:ext cx="3848100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65360" imgH="965160" progId="Equation.3">
                  <p:embed/>
                </p:oleObj>
              </mc:Choice>
              <mc:Fallback>
                <p:oleObj name="Equation" r:id="rId6" imgW="2565360" imgH="96516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6046788"/>
                        <a:ext cx="3848100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7">
            <a:extLst>
              <a:ext uri="{FF2B5EF4-FFF2-40B4-BE49-F238E27FC236}">
                <a16:creationId xmlns:a16="http://schemas.microsoft.com/office/drawing/2014/main" id="{78445878-C843-AE33-21D7-9E021B0DF6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671638"/>
          <a:ext cx="321945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45960" imgH="1015920" progId="Equation.3">
                  <p:embed/>
                </p:oleObj>
              </mc:Choice>
              <mc:Fallback>
                <p:oleObj name="Equation" r:id="rId8" imgW="2145960" imgH="10159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71638"/>
                        <a:ext cx="3219450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8">
            <a:extLst>
              <a:ext uri="{FF2B5EF4-FFF2-40B4-BE49-F238E27FC236}">
                <a16:creationId xmlns:a16="http://schemas.microsoft.com/office/drawing/2014/main" id="{851303E6-D5F2-5B91-9460-88FDB4BD89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7689850"/>
          <a:ext cx="3790950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27200" imgH="965160" progId="Equation.3">
                  <p:embed/>
                </p:oleObj>
              </mc:Choice>
              <mc:Fallback>
                <p:oleObj name="Equation" r:id="rId10" imgW="2527200" imgH="9651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7689850"/>
                        <a:ext cx="3790950" cy="150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19">
            <a:extLst>
              <a:ext uri="{FF2B5EF4-FFF2-40B4-BE49-F238E27FC236}">
                <a16:creationId xmlns:a16="http://schemas.microsoft.com/office/drawing/2014/main" id="{5E01CB3E-35D6-2F32-804A-C774D1A27C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1525" y="7545388"/>
          <a:ext cx="18669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4520" imgH="203040" progId="Equation.3">
                  <p:embed/>
                </p:oleObj>
              </mc:Choice>
              <mc:Fallback>
                <p:oleObj name="Equation" r:id="rId12" imgW="1244520" imgH="203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525" y="7545388"/>
                        <a:ext cx="18669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20">
            <a:extLst>
              <a:ext uri="{FF2B5EF4-FFF2-40B4-BE49-F238E27FC236}">
                <a16:creationId xmlns:a16="http://schemas.microsoft.com/office/drawing/2014/main" id="{6C395023-5389-6B1D-DBA9-182B9AC45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025" y="7905750"/>
            <a:ext cx="73501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이면 충돌</a:t>
            </a:r>
            <a:endParaRPr lang="ko-KR" altLang="en-US" sz="900"/>
          </a:p>
        </p:txBody>
      </p:sp>
      <p:graphicFrame>
        <p:nvGraphicFramePr>
          <p:cNvPr id="7176" name="Object 21">
            <a:extLst>
              <a:ext uri="{FF2B5EF4-FFF2-40B4-BE49-F238E27FC236}">
                <a16:creationId xmlns:a16="http://schemas.microsoft.com/office/drawing/2014/main" id="{F18F1825-4C98-FB5D-0580-BA3FF9ED19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114925"/>
          <a:ext cx="32194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45960" imgH="507960" progId="Equation.3">
                  <p:embed/>
                </p:oleObj>
              </mc:Choice>
              <mc:Fallback>
                <p:oleObj name="Equation" r:id="rId14" imgW="2145960" imgH="5079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14925"/>
                        <a:ext cx="32194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4" name="Rectangle 64">
            <a:extLst>
              <a:ext uri="{FF2B5EF4-FFF2-40B4-BE49-F238E27FC236}">
                <a16:creationId xmlns:a16="http://schemas.microsoft.com/office/drawing/2014/main" id="{56256ED0-1CC8-4042-1431-8FA7AEDEF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750888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4. </a:t>
            </a:r>
            <a:r>
              <a:rPr lang="ko-KR" altLang="en-US" sz="1000" b="1">
                <a:latin typeface="바탕" panose="02030600000101010101" pitchFamily="18" charset="-127"/>
                <a:ea typeface="바탕" panose="02030600000101010101" pitchFamily="18" charset="-127"/>
              </a:rPr>
              <a:t>두 직선이 충돌하지 않는 경우</a:t>
            </a:r>
            <a:endParaRPr lang="ko-KR" altLang="en-US" sz="900" b="1"/>
          </a:p>
        </p:txBody>
      </p:sp>
      <p:sp>
        <p:nvSpPr>
          <p:cNvPr id="8215" name="AutoShape 54">
            <a:extLst>
              <a:ext uri="{FF2B5EF4-FFF2-40B4-BE49-F238E27FC236}">
                <a16:creationId xmlns:a16="http://schemas.microsoft.com/office/drawing/2014/main" id="{33A374C2-57B2-7506-5032-756985C02B3C}"/>
              </a:ext>
            </a:extLst>
          </p:cNvPr>
          <p:cNvSpPr>
            <a:spLocks noChangeArrowheads="1"/>
          </p:cNvSpPr>
          <p:nvPr/>
        </p:nvSpPr>
        <p:spPr bwMode="auto">
          <a:xfrm rot="-10197497">
            <a:off x="712788" y="2587625"/>
            <a:ext cx="4608512" cy="1204913"/>
          </a:xfrm>
          <a:custGeom>
            <a:avLst/>
            <a:gdLst>
              <a:gd name="T0" fmla="*/ 917252721 w 21600"/>
              <a:gd name="T1" fmla="*/ 33606866 h 21600"/>
              <a:gd name="T2" fmla="*/ 491629268 w 21600"/>
              <a:gd name="T3" fmla="*/ 67213677 h 21600"/>
              <a:gd name="T4" fmla="*/ 66005843 w 21600"/>
              <a:gd name="T5" fmla="*/ 33606866 h 21600"/>
              <a:gd name="T6" fmla="*/ 49162926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0 w 21600"/>
              <a:gd name="T13" fmla="*/ 3250 h 21600"/>
              <a:gd name="T14" fmla="*/ 18350 w 21600"/>
              <a:gd name="T15" fmla="*/ 183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899" y="21600"/>
                </a:lnTo>
                <a:lnTo>
                  <a:pt x="187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216" name="Line 46">
            <a:extLst>
              <a:ext uri="{FF2B5EF4-FFF2-40B4-BE49-F238E27FC236}">
                <a16:creationId xmlns:a16="http://schemas.microsoft.com/office/drawing/2014/main" id="{80A9F5BE-E11F-C31A-94D5-BF6F65EA9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875" y="2743200"/>
            <a:ext cx="3168650" cy="1206500"/>
          </a:xfrm>
          <a:prstGeom prst="line">
            <a:avLst/>
          </a:prstGeom>
          <a:noFill/>
          <a:ln w="25400" cap="rnd">
            <a:solidFill>
              <a:srgbClr val="339966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8217" name="Line 23">
            <a:extLst>
              <a:ext uri="{FF2B5EF4-FFF2-40B4-BE49-F238E27FC236}">
                <a16:creationId xmlns:a16="http://schemas.microsoft.com/office/drawing/2014/main" id="{7E9E9A13-D50C-23A5-0AD8-CE5C0CA306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2959100"/>
            <a:ext cx="574675" cy="219075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8194" name="Object 40">
            <a:extLst>
              <a:ext uri="{FF2B5EF4-FFF2-40B4-BE49-F238E27FC236}">
                <a16:creationId xmlns:a16="http://schemas.microsoft.com/office/drawing/2014/main" id="{708FD679-3CAF-6687-A01C-BA63C34382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7913" y="2598738"/>
          <a:ext cx="2667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480" imgH="241200" progId="Equation.3">
                  <p:embed/>
                </p:oleObj>
              </mc:Choice>
              <mc:Fallback>
                <p:oleObj name="Equation" r:id="rId2" imgW="177480" imgH="2412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13" y="2598738"/>
                        <a:ext cx="2667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43">
            <a:extLst>
              <a:ext uri="{FF2B5EF4-FFF2-40B4-BE49-F238E27FC236}">
                <a16:creationId xmlns:a16="http://schemas.microsoft.com/office/drawing/2014/main" id="{A1396315-6872-A999-9AE1-16C9AFF43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5625" y="3297238"/>
          <a:ext cx="266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3297238"/>
                        <a:ext cx="2667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5">
            <a:extLst>
              <a:ext uri="{FF2B5EF4-FFF2-40B4-BE49-F238E27FC236}">
                <a16:creationId xmlns:a16="http://schemas.microsoft.com/office/drawing/2014/main" id="{88F30AE0-44A6-AC4D-A4DF-87A7851E85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4313" y="2936875"/>
          <a:ext cx="2667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228600" progId="Equation.3">
                  <p:embed/>
                </p:oleObj>
              </mc:Choice>
              <mc:Fallback>
                <p:oleObj name="Equation" r:id="rId6" imgW="177480" imgH="2286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313" y="2936875"/>
                        <a:ext cx="2667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8" name="Oval 47">
            <a:extLst>
              <a:ext uri="{FF2B5EF4-FFF2-40B4-BE49-F238E27FC236}">
                <a16:creationId xmlns:a16="http://schemas.microsoft.com/office/drawing/2014/main" id="{6C1A9925-5182-F447-FFBC-01354DF00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163" y="37512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219" name="Oval 48">
            <a:extLst>
              <a:ext uri="{FF2B5EF4-FFF2-40B4-BE49-F238E27FC236}">
                <a16:creationId xmlns:a16="http://schemas.microsoft.com/office/drawing/2014/main" id="{0A9FDD82-D33F-D916-0ED0-EB2A7AA42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438" y="2852738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220" name="AutoShape 55">
            <a:extLst>
              <a:ext uri="{FF2B5EF4-FFF2-40B4-BE49-F238E27FC236}">
                <a16:creationId xmlns:a16="http://schemas.microsoft.com/office/drawing/2014/main" id="{B7AE3BE1-5894-305D-B725-618989E945EE}"/>
              </a:ext>
            </a:extLst>
          </p:cNvPr>
          <p:cNvSpPr>
            <a:spLocks noChangeArrowheads="1"/>
          </p:cNvSpPr>
          <p:nvPr/>
        </p:nvSpPr>
        <p:spPr bwMode="auto">
          <a:xfrm rot="-10197497">
            <a:off x="692150" y="1506538"/>
            <a:ext cx="4608513" cy="1214437"/>
          </a:xfrm>
          <a:custGeom>
            <a:avLst/>
            <a:gdLst>
              <a:gd name="T0" fmla="*/ 917252920 w 21600"/>
              <a:gd name="T1" fmla="*/ 34140243 h 21600"/>
              <a:gd name="T2" fmla="*/ 491629375 w 21600"/>
              <a:gd name="T3" fmla="*/ 68280431 h 21600"/>
              <a:gd name="T4" fmla="*/ 66005857 w 21600"/>
              <a:gd name="T5" fmla="*/ 34140243 h 21600"/>
              <a:gd name="T6" fmla="*/ 49162937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0 w 21600"/>
              <a:gd name="T13" fmla="*/ 3250 h 21600"/>
              <a:gd name="T14" fmla="*/ 18350 w 21600"/>
              <a:gd name="T15" fmla="*/ 183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899" y="21600"/>
                </a:lnTo>
                <a:lnTo>
                  <a:pt x="187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221" name="Line 2">
            <a:extLst>
              <a:ext uri="{FF2B5EF4-FFF2-40B4-BE49-F238E27FC236}">
                <a16:creationId xmlns:a16="http://schemas.microsoft.com/office/drawing/2014/main" id="{642EF3A9-5F38-68F4-22A5-980E0717A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3313" y="2082800"/>
            <a:ext cx="3529012" cy="98425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8222" name="Line 19">
            <a:extLst>
              <a:ext uri="{FF2B5EF4-FFF2-40B4-BE49-F238E27FC236}">
                <a16:creationId xmlns:a16="http://schemas.microsoft.com/office/drawing/2014/main" id="{22F43569-7D4F-B286-0CCC-9CE0C57A7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3675" y="2092325"/>
            <a:ext cx="576263" cy="158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8223" name="Oval 29">
            <a:extLst>
              <a:ext uri="{FF2B5EF4-FFF2-40B4-BE49-F238E27FC236}">
                <a16:creationId xmlns:a16="http://schemas.microsoft.com/office/drawing/2014/main" id="{962C8865-6180-54D9-3A80-340FF397D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20113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8197" name="Object 36">
            <a:extLst>
              <a:ext uri="{FF2B5EF4-FFF2-40B4-BE49-F238E27FC236}">
                <a16:creationId xmlns:a16="http://schemas.microsoft.com/office/drawing/2014/main" id="{A4103A34-BF2E-FBEC-F281-A489000607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9938" y="1651000"/>
          <a:ext cx="2857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53800" progId="Equation.3">
                  <p:embed/>
                </p:oleObj>
              </mc:Choice>
              <mc:Fallback>
                <p:oleObj name="Equation" r:id="rId8" imgW="190440" imgH="2538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1651000"/>
                        <a:ext cx="2857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4" name="Oval 39">
            <a:extLst>
              <a:ext uri="{FF2B5EF4-FFF2-40B4-BE49-F238E27FC236}">
                <a16:creationId xmlns:a16="http://schemas.microsoft.com/office/drawing/2014/main" id="{C6565A7A-019D-E701-EFA1-63804ECC2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63" y="2082800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8198" name="Object 42">
            <a:extLst>
              <a:ext uri="{FF2B5EF4-FFF2-40B4-BE49-F238E27FC236}">
                <a16:creationId xmlns:a16="http://schemas.microsoft.com/office/drawing/2014/main" id="{7C8A02CE-51F4-2825-6CF1-49EFCC7A14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9213" y="1579563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15640" progId="Equation.3">
                  <p:embed/>
                </p:oleObj>
              </mc:Choice>
              <mc:Fallback>
                <p:oleObj name="Equation" r:id="rId10" imgW="164880" imgH="21564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1579563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44">
            <a:extLst>
              <a:ext uri="{FF2B5EF4-FFF2-40B4-BE49-F238E27FC236}">
                <a16:creationId xmlns:a16="http://schemas.microsoft.com/office/drawing/2014/main" id="{7F59F27B-5FE7-B08A-3BC2-4CB488DC73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1963" y="2227263"/>
          <a:ext cx="266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215640" progId="Equation.3">
                  <p:embed/>
                </p:oleObj>
              </mc:Choice>
              <mc:Fallback>
                <p:oleObj name="Equation" r:id="rId12" imgW="177480" imgH="21564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963" y="2227263"/>
                        <a:ext cx="2667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56">
            <a:extLst>
              <a:ext uri="{FF2B5EF4-FFF2-40B4-BE49-F238E27FC236}">
                <a16:creationId xmlns:a16="http://schemas.microsoft.com/office/drawing/2014/main" id="{DE0B3D15-662F-22AD-0AB4-73E2EE7F68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8863" y="1281113"/>
          <a:ext cx="2286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203040" progId="Equation.3">
                  <p:embed/>
                </p:oleObj>
              </mc:Choice>
              <mc:Fallback>
                <p:oleObj name="Equation" r:id="rId14" imgW="152280" imgH="20304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863" y="1281113"/>
                        <a:ext cx="2286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5" name="Line 58">
            <a:extLst>
              <a:ext uri="{FF2B5EF4-FFF2-40B4-BE49-F238E27FC236}">
                <a16:creationId xmlns:a16="http://schemas.microsoft.com/office/drawing/2014/main" id="{A5FA8CD9-1F72-2234-EE61-FB0F82EC18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0725" y="2144713"/>
            <a:ext cx="125413" cy="647700"/>
          </a:xfrm>
          <a:prstGeom prst="line">
            <a:avLst/>
          </a:prstGeom>
          <a:noFill/>
          <a:ln w="25400" cap="rnd">
            <a:solidFill>
              <a:srgbClr val="FF00FF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8226" name="Line 59">
            <a:extLst>
              <a:ext uri="{FF2B5EF4-FFF2-40B4-BE49-F238E27FC236}">
                <a16:creationId xmlns:a16="http://schemas.microsoft.com/office/drawing/2014/main" id="{578521DA-2807-7A0D-E949-2FE7FACF45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9313" y="1281113"/>
            <a:ext cx="160337" cy="836612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8227" name="Line 60">
            <a:extLst>
              <a:ext uri="{FF2B5EF4-FFF2-40B4-BE49-F238E27FC236}">
                <a16:creationId xmlns:a16="http://schemas.microsoft.com/office/drawing/2014/main" id="{752AFCE7-3D30-DCA8-F586-E06E38DCA9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1525" y="1497013"/>
            <a:ext cx="96838" cy="503237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8228" name="Line 61">
            <a:extLst>
              <a:ext uri="{FF2B5EF4-FFF2-40B4-BE49-F238E27FC236}">
                <a16:creationId xmlns:a16="http://schemas.microsoft.com/office/drawing/2014/main" id="{6017C2D9-8F54-04A1-37A6-E524BBD576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6425" y="2792413"/>
            <a:ext cx="111125" cy="576262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8229" name="Line 62">
            <a:extLst>
              <a:ext uri="{FF2B5EF4-FFF2-40B4-BE49-F238E27FC236}">
                <a16:creationId xmlns:a16="http://schemas.microsoft.com/office/drawing/2014/main" id="{E47EA219-3E1B-DCA1-D735-E40CA1AAE7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9263" y="3802063"/>
            <a:ext cx="66675" cy="358775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8230" name="Line 63">
            <a:extLst>
              <a:ext uri="{FF2B5EF4-FFF2-40B4-BE49-F238E27FC236}">
                <a16:creationId xmlns:a16="http://schemas.microsoft.com/office/drawing/2014/main" id="{25AB351A-010A-CC77-4229-C5A7E9271E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0700" y="3368675"/>
            <a:ext cx="84138" cy="433388"/>
          </a:xfrm>
          <a:prstGeom prst="line">
            <a:avLst/>
          </a:prstGeom>
          <a:noFill/>
          <a:ln w="25400" cap="rnd">
            <a:solidFill>
              <a:srgbClr val="FF00FF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8201" name="Object 65">
            <a:extLst>
              <a:ext uri="{FF2B5EF4-FFF2-40B4-BE49-F238E27FC236}">
                <a16:creationId xmlns:a16="http://schemas.microsoft.com/office/drawing/2014/main" id="{0B91AB38-6E09-AA74-DC3A-8271EA18A1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746625"/>
          <a:ext cx="10096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72840" imgH="241200" progId="Equation.3">
                  <p:embed/>
                </p:oleObj>
              </mc:Choice>
              <mc:Fallback>
                <p:oleObj name="Equation" r:id="rId16" imgW="672840" imgH="24120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746625"/>
                        <a:ext cx="10096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66">
            <a:extLst>
              <a:ext uri="{FF2B5EF4-FFF2-40B4-BE49-F238E27FC236}">
                <a16:creationId xmlns:a16="http://schemas.microsoft.com/office/drawing/2014/main" id="{82DF6C12-BF7E-30B2-2836-A1C213924A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4675" y="4737100"/>
          <a:ext cx="10477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98400" imgH="253800" progId="Equation.3">
                  <p:embed/>
                </p:oleObj>
              </mc:Choice>
              <mc:Fallback>
                <p:oleObj name="Equation" r:id="rId18" imgW="698400" imgH="25380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4737100"/>
                        <a:ext cx="10477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67">
            <a:extLst>
              <a:ext uri="{FF2B5EF4-FFF2-40B4-BE49-F238E27FC236}">
                <a16:creationId xmlns:a16="http://schemas.microsoft.com/office/drawing/2014/main" id="{CCD74679-C159-50B0-5DD9-0D64D687BB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4038" y="4737100"/>
          <a:ext cx="15240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15920" imgH="253800" progId="Equation.3">
                  <p:embed/>
                </p:oleObj>
              </mc:Choice>
              <mc:Fallback>
                <p:oleObj name="Equation" r:id="rId20" imgW="1015920" imgH="25380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4737100"/>
                        <a:ext cx="15240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68">
            <a:extLst>
              <a:ext uri="{FF2B5EF4-FFF2-40B4-BE49-F238E27FC236}">
                <a16:creationId xmlns:a16="http://schemas.microsoft.com/office/drawing/2014/main" id="{2EF5A3A0-AB50-1DC1-F022-4C83044E8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1238" y="4786313"/>
          <a:ext cx="116205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74360" imgH="215640" progId="Equation.3">
                  <p:embed/>
                </p:oleObj>
              </mc:Choice>
              <mc:Fallback>
                <p:oleObj name="Equation" r:id="rId22" imgW="774360" imgH="21564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4786313"/>
                        <a:ext cx="116205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1" name="Rectangle 70">
            <a:extLst>
              <a:ext uri="{FF2B5EF4-FFF2-40B4-BE49-F238E27FC236}">
                <a16:creationId xmlns:a16="http://schemas.microsoft.com/office/drawing/2014/main" id="{AA1B087A-415A-B6DB-A65B-D4FCADF50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205413"/>
            <a:ext cx="9001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  <a:cs typeface="Times New Roman" panose="02020603050405020304" pitchFamily="18" charset="0"/>
              </a:rPr>
              <a:t>최단 거리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  <a:cs typeface="Times New Roman" panose="02020603050405020304" pitchFamily="18" charset="0"/>
              </a:rPr>
              <a:t>= </a:t>
            </a:r>
            <a:endParaRPr lang="en-US" altLang="ko-KR"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8205" name="Object 71">
            <a:extLst>
              <a:ext uri="{FF2B5EF4-FFF2-40B4-BE49-F238E27FC236}">
                <a16:creationId xmlns:a16="http://schemas.microsoft.com/office/drawing/2014/main" id="{1CB4EBA9-BE32-0A48-AF5E-04A1B1688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4313" y="5205413"/>
          <a:ext cx="3810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3800" imgH="203040" progId="Equation.3">
                  <p:embed/>
                </p:oleObj>
              </mc:Choice>
              <mc:Fallback>
                <p:oleObj name="Equation" r:id="rId24" imgW="253800" imgH="20304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313" y="5205413"/>
                        <a:ext cx="3810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72">
            <a:extLst>
              <a:ext uri="{FF2B5EF4-FFF2-40B4-BE49-F238E27FC236}">
                <a16:creationId xmlns:a16="http://schemas.microsoft.com/office/drawing/2014/main" id="{58B32F93-1B5A-5D7E-C8F7-D68D425CBA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529263"/>
          <a:ext cx="13144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76240" imgH="482400" progId="Equation.3">
                  <p:embed/>
                </p:oleObj>
              </mc:Choice>
              <mc:Fallback>
                <p:oleObj name="Equation" r:id="rId26" imgW="876240" imgH="48240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529263"/>
                        <a:ext cx="13144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73">
            <a:extLst>
              <a:ext uri="{FF2B5EF4-FFF2-40B4-BE49-F238E27FC236}">
                <a16:creationId xmlns:a16="http://schemas.microsoft.com/office/drawing/2014/main" id="{EFDCD25B-49C4-EB40-6B4E-56ACD14137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8638" y="1712913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4880" imgH="215640" progId="Equation.3">
                  <p:embed/>
                </p:oleObj>
              </mc:Choice>
              <mc:Fallback>
                <p:oleObj name="Equation" r:id="rId28" imgW="164880" imgH="21564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38" y="1712913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74">
            <a:extLst>
              <a:ext uri="{FF2B5EF4-FFF2-40B4-BE49-F238E27FC236}">
                <a16:creationId xmlns:a16="http://schemas.microsoft.com/office/drawing/2014/main" id="{90D7CBF9-F118-07AE-D1FD-70AC2DCE8F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5488" y="3138488"/>
          <a:ext cx="2667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77480" imgH="228600" progId="Equation.3">
                  <p:embed/>
                </p:oleObj>
              </mc:Choice>
              <mc:Fallback>
                <p:oleObj name="Equation" r:id="rId30" imgW="177480" imgH="22860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3138488"/>
                        <a:ext cx="2667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2" name="Oval 75">
            <a:extLst>
              <a:ext uri="{FF2B5EF4-FFF2-40B4-BE49-F238E27FC236}">
                <a16:creationId xmlns:a16="http://schemas.microsoft.com/office/drawing/2014/main" id="{5E911DCB-15EA-6083-DC26-7B168A06D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2073275"/>
            <a:ext cx="144462" cy="144463"/>
          </a:xfrm>
          <a:prstGeom prst="ellipse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233" name="Oval 76">
            <a:extLst>
              <a:ext uri="{FF2B5EF4-FFF2-40B4-BE49-F238E27FC236}">
                <a16:creationId xmlns:a16="http://schemas.microsoft.com/office/drawing/2014/main" id="{AFEE4CFA-AA15-D1FD-D91E-F22D42AC0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8638" y="3328988"/>
            <a:ext cx="144462" cy="144462"/>
          </a:xfrm>
          <a:prstGeom prst="ellipse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8209" name="Object 77">
            <a:extLst>
              <a:ext uri="{FF2B5EF4-FFF2-40B4-BE49-F238E27FC236}">
                <a16:creationId xmlns:a16="http://schemas.microsoft.com/office/drawing/2014/main" id="{917434DD-F1D6-2398-FB65-38CD202DC9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" y="6629400"/>
          <a:ext cx="14668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977760" imgH="241200" progId="Equation.3">
                  <p:embed/>
                </p:oleObj>
              </mc:Choice>
              <mc:Fallback>
                <p:oleObj name="Equation" r:id="rId32" imgW="977760" imgH="241200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" y="6629400"/>
                        <a:ext cx="14668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0" name="Object 78">
            <a:extLst>
              <a:ext uri="{FF2B5EF4-FFF2-40B4-BE49-F238E27FC236}">
                <a16:creationId xmlns:a16="http://schemas.microsoft.com/office/drawing/2014/main" id="{C05FA1C4-C24C-2F7D-D24B-984B67B606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7351713"/>
          <a:ext cx="28003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866600" imgH="457200" progId="Equation.3">
                  <p:embed/>
                </p:oleObj>
              </mc:Choice>
              <mc:Fallback>
                <p:oleObj name="Equation" r:id="rId34" imgW="1866600" imgH="457200" progId="Equation.3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7351713"/>
                        <a:ext cx="28003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1" name="Object 79">
            <a:extLst>
              <a:ext uri="{FF2B5EF4-FFF2-40B4-BE49-F238E27FC236}">
                <a16:creationId xmlns:a16="http://schemas.microsoft.com/office/drawing/2014/main" id="{BAF59274-6939-771E-E7C9-CC6C8F006B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6475" y="6610350"/>
          <a:ext cx="12954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863280" imgH="253800" progId="Equation.3">
                  <p:embed/>
                </p:oleObj>
              </mc:Choice>
              <mc:Fallback>
                <p:oleObj name="Equation" r:id="rId36" imgW="863280" imgH="253800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6610350"/>
                        <a:ext cx="12954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" name="Object 80">
            <a:extLst>
              <a:ext uri="{FF2B5EF4-FFF2-40B4-BE49-F238E27FC236}">
                <a16:creationId xmlns:a16="http://schemas.microsoft.com/office/drawing/2014/main" id="{A9974239-4B96-EFEE-0EC4-83F10F039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8408988"/>
          <a:ext cx="13144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876240" imgH="253800" progId="Equation.3">
                  <p:embed/>
                </p:oleObj>
              </mc:Choice>
              <mc:Fallback>
                <p:oleObj name="Equation" r:id="rId38" imgW="876240" imgH="253800" progId="Equation.3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8408988"/>
                        <a:ext cx="13144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3" name="Object 81">
            <a:extLst>
              <a:ext uri="{FF2B5EF4-FFF2-40B4-BE49-F238E27FC236}">
                <a16:creationId xmlns:a16="http://schemas.microsoft.com/office/drawing/2014/main" id="{18F90539-F55B-7A28-6FF8-D02C667BDC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8913813"/>
          <a:ext cx="14478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965160" imgH="253800" progId="Equation.3">
                  <p:embed/>
                </p:oleObj>
              </mc:Choice>
              <mc:Fallback>
                <p:oleObj name="Equation" r:id="rId40" imgW="965160" imgH="253800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8913813"/>
                        <a:ext cx="14478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7" name="Line 64">
            <a:extLst>
              <a:ext uri="{FF2B5EF4-FFF2-40B4-BE49-F238E27FC236}">
                <a16:creationId xmlns:a16="http://schemas.microsoft.com/office/drawing/2014/main" id="{72686B45-9B02-89E6-CC54-B8274D5373CF}"/>
              </a:ext>
            </a:extLst>
          </p:cNvPr>
          <p:cNvSpPr>
            <a:spLocks noChangeShapeType="1"/>
          </p:cNvSpPr>
          <p:nvPr/>
        </p:nvSpPr>
        <p:spPr bwMode="auto">
          <a:xfrm rot="600000">
            <a:off x="1746250" y="1663700"/>
            <a:ext cx="10795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38" name="AutoShape 46">
            <a:extLst>
              <a:ext uri="{FF2B5EF4-FFF2-40B4-BE49-F238E27FC236}">
                <a16:creationId xmlns:a16="http://schemas.microsoft.com/office/drawing/2014/main" id="{FF4DC3D3-EC79-CF31-E984-8EEEE971BD3A}"/>
              </a:ext>
            </a:extLst>
          </p:cNvPr>
          <p:cNvSpPr>
            <a:spLocks noChangeArrowheads="1"/>
          </p:cNvSpPr>
          <p:nvPr/>
        </p:nvSpPr>
        <p:spPr bwMode="auto">
          <a:xfrm rot="-6010681">
            <a:off x="2650332" y="392906"/>
            <a:ext cx="1373188" cy="3921125"/>
          </a:xfrm>
          <a:prstGeom prst="can">
            <a:avLst>
              <a:gd name="adj" fmla="val 83563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239" name="Rectangle 45">
            <a:extLst>
              <a:ext uri="{FF2B5EF4-FFF2-40B4-BE49-F238E27FC236}">
                <a16:creationId xmlns:a16="http://schemas.microsoft.com/office/drawing/2014/main" id="{78A6BC9B-D8CB-4681-8165-E0A42C2AD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750888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5. </a:t>
            </a:r>
            <a:r>
              <a:rPr lang="ko-KR" altLang="en-US" sz="1000" b="1">
                <a:latin typeface="바탕" panose="02030600000101010101" pitchFamily="18" charset="-127"/>
                <a:ea typeface="바탕" panose="02030600000101010101" pitchFamily="18" charset="-127"/>
              </a:rPr>
              <a:t>직선과 원통 충돌</a:t>
            </a:r>
            <a:endParaRPr lang="ko-KR" altLang="en-US" sz="900" b="1"/>
          </a:p>
        </p:txBody>
      </p:sp>
      <p:sp>
        <p:nvSpPr>
          <p:cNvPr id="9240" name="Line 49">
            <a:extLst>
              <a:ext uri="{FF2B5EF4-FFF2-40B4-BE49-F238E27FC236}">
                <a16:creationId xmlns:a16="http://schemas.microsoft.com/office/drawing/2014/main" id="{648E5032-12D6-04E3-A29D-6A4E34C64305}"/>
              </a:ext>
            </a:extLst>
          </p:cNvPr>
          <p:cNvSpPr>
            <a:spLocks noChangeShapeType="1"/>
          </p:cNvSpPr>
          <p:nvPr/>
        </p:nvSpPr>
        <p:spPr bwMode="auto">
          <a:xfrm rot="600000">
            <a:off x="2792413" y="1885950"/>
            <a:ext cx="1425575" cy="0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1" name="Line 65">
            <a:extLst>
              <a:ext uri="{FF2B5EF4-FFF2-40B4-BE49-F238E27FC236}">
                <a16:creationId xmlns:a16="http://schemas.microsoft.com/office/drawing/2014/main" id="{968C4FE6-DB64-A870-D503-08855F7700DC}"/>
              </a:ext>
            </a:extLst>
          </p:cNvPr>
          <p:cNvSpPr>
            <a:spLocks noChangeShapeType="1"/>
          </p:cNvSpPr>
          <p:nvPr/>
        </p:nvSpPr>
        <p:spPr bwMode="auto">
          <a:xfrm rot="600000">
            <a:off x="4221163" y="2136775"/>
            <a:ext cx="136842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2" name="Line 67">
            <a:extLst>
              <a:ext uri="{FF2B5EF4-FFF2-40B4-BE49-F238E27FC236}">
                <a16:creationId xmlns:a16="http://schemas.microsoft.com/office/drawing/2014/main" id="{5283731C-872C-6949-B915-14E3986058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8050" y="1892300"/>
            <a:ext cx="4789488" cy="863600"/>
          </a:xfrm>
          <a:prstGeom prst="line">
            <a:avLst/>
          </a:prstGeom>
          <a:noFill/>
          <a:ln w="25400" cap="rnd">
            <a:solidFill>
              <a:srgbClr val="339966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9243" name="Line 68">
            <a:extLst>
              <a:ext uri="{FF2B5EF4-FFF2-40B4-BE49-F238E27FC236}">
                <a16:creationId xmlns:a16="http://schemas.microsoft.com/office/drawing/2014/main" id="{5403C1D4-7A0F-7580-9F74-428BB6991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6113" y="2576513"/>
            <a:ext cx="576262" cy="355600"/>
          </a:xfrm>
          <a:prstGeom prst="line">
            <a:avLst/>
          </a:prstGeom>
          <a:noFill/>
          <a:ln w="25400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9218" name="Object 69">
            <a:extLst>
              <a:ext uri="{FF2B5EF4-FFF2-40B4-BE49-F238E27FC236}">
                <a16:creationId xmlns:a16="http://schemas.microsoft.com/office/drawing/2014/main" id="{ED0A95CA-7C40-F7BF-7728-50D2304000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9138" y="2849563"/>
          <a:ext cx="1524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20" imgH="126720" progId="Equation.3">
                  <p:embed/>
                </p:oleObj>
              </mc:Choice>
              <mc:Fallback>
                <p:oleObj name="Equation" r:id="rId2" imgW="101520" imgH="12672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2849563"/>
                        <a:ext cx="152400" cy="1984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4" name="Line 72">
            <a:extLst>
              <a:ext uri="{FF2B5EF4-FFF2-40B4-BE49-F238E27FC236}">
                <a16:creationId xmlns:a16="http://schemas.microsoft.com/office/drawing/2014/main" id="{44C916A6-1259-39EE-CFCA-083C6B7DFF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1075" y="2681288"/>
            <a:ext cx="360363" cy="66675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9219" name="Object 73">
            <a:extLst>
              <a:ext uri="{FF2B5EF4-FFF2-40B4-BE49-F238E27FC236}">
                <a16:creationId xmlns:a16="http://schemas.microsoft.com/office/drawing/2014/main" id="{B75B4840-B725-7658-D52D-71B18AE5DD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513" y="2849563"/>
          <a:ext cx="2667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41200" progId="Equation.3">
                  <p:embed/>
                </p:oleObj>
              </mc:Choice>
              <mc:Fallback>
                <p:oleObj name="Equation" r:id="rId4" imgW="177480" imgH="24120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2849563"/>
                        <a:ext cx="2667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74">
            <a:extLst>
              <a:ext uri="{FF2B5EF4-FFF2-40B4-BE49-F238E27FC236}">
                <a16:creationId xmlns:a16="http://schemas.microsoft.com/office/drawing/2014/main" id="{CBB5DE97-83A6-FED1-C836-212C9DF8D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713" y="2849563"/>
          <a:ext cx="2667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228600" progId="Equation.3">
                  <p:embed/>
                </p:oleObj>
              </mc:Choice>
              <mc:Fallback>
                <p:oleObj name="Equation" r:id="rId6" imgW="177480" imgH="22860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2849563"/>
                        <a:ext cx="2667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5" name="Oval 75">
            <a:extLst>
              <a:ext uri="{FF2B5EF4-FFF2-40B4-BE49-F238E27FC236}">
                <a16:creationId xmlns:a16="http://schemas.microsoft.com/office/drawing/2014/main" id="{DC72BCF4-1846-9A71-B1D2-D0809E119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2686050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246" name="Line 76">
            <a:extLst>
              <a:ext uri="{FF2B5EF4-FFF2-40B4-BE49-F238E27FC236}">
                <a16:creationId xmlns:a16="http://schemas.microsoft.com/office/drawing/2014/main" id="{F58ADBFC-319A-DEF3-F3B9-0CCC0DA87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4038" y="1579563"/>
            <a:ext cx="381000" cy="698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9247" name="Oval 77">
            <a:extLst>
              <a:ext uri="{FF2B5EF4-FFF2-40B4-BE49-F238E27FC236}">
                <a16:creationId xmlns:a16="http://schemas.microsoft.com/office/drawing/2014/main" id="{51CDA01C-E48B-9FD6-09AF-C5FF609F3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63" y="15033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9221" name="Object 78">
            <a:extLst>
              <a:ext uri="{FF2B5EF4-FFF2-40B4-BE49-F238E27FC236}">
                <a16:creationId xmlns:a16="http://schemas.microsoft.com/office/drawing/2014/main" id="{387D022C-0ABB-7A80-913A-1B7339AF1C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122363"/>
          <a:ext cx="2857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53800" progId="Equation.3">
                  <p:embed/>
                </p:oleObj>
              </mc:Choice>
              <mc:Fallback>
                <p:oleObj name="Equation" r:id="rId8" imgW="190440" imgH="253800" progId="Equation.3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122363"/>
                        <a:ext cx="2857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79">
            <a:extLst>
              <a:ext uri="{FF2B5EF4-FFF2-40B4-BE49-F238E27FC236}">
                <a16:creationId xmlns:a16="http://schemas.microsoft.com/office/drawing/2014/main" id="{B8837916-56CE-26E6-EC84-17B3A505C5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1438" y="1482725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80" imgH="215640" progId="Equation.3">
                  <p:embed/>
                </p:oleObj>
              </mc:Choice>
              <mc:Fallback>
                <p:oleObj name="Equation" r:id="rId10" imgW="164880" imgH="215640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1482725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8" name="Oval 86">
            <a:extLst>
              <a:ext uri="{FF2B5EF4-FFF2-40B4-BE49-F238E27FC236}">
                <a16:creationId xmlns:a16="http://schemas.microsoft.com/office/drawing/2014/main" id="{D7003E25-D5F6-C26A-7797-D1BDCBD64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275" y="1687513"/>
            <a:ext cx="144463" cy="144462"/>
          </a:xfrm>
          <a:prstGeom prst="ellipse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249" name="Oval 87">
            <a:extLst>
              <a:ext uri="{FF2B5EF4-FFF2-40B4-BE49-F238E27FC236}">
                <a16:creationId xmlns:a16="http://schemas.microsoft.com/office/drawing/2014/main" id="{C3495571-7E84-14F0-66D3-A8134BCA3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1941513"/>
            <a:ext cx="144463" cy="144462"/>
          </a:xfrm>
          <a:prstGeom prst="ellipse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9223" name="Object 94">
            <a:extLst>
              <a:ext uri="{FF2B5EF4-FFF2-40B4-BE49-F238E27FC236}">
                <a16:creationId xmlns:a16="http://schemas.microsoft.com/office/drawing/2014/main" id="{188B8642-5D8B-E497-4CF3-A75490701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7200" y="5529263"/>
          <a:ext cx="236538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20" imgH="126720" progId="Equation.3">
                  <p:embed/>
                </p:oleObj>
              </mc:Choice>
              <mc:Fallback>
                <p:oleObj name="Equation" r:id="rId2" imgW="101520" imgH="12672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5529263"/>
                        <a:ext cx="236538" cy="307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50" name="Group 145">
            <a:extLst>
              <a:ext uri="{FF2B5EF4-FFF2-40B4-BE49-F238E27FC236}">
                <a16:creationId xmlns:a16="http://schemas.microsoft.com/office/drawing/2014/main" id="{54180893-4C66-F716-098E-ABC77F54B941}"/>
              </a:ext>
            </a:extLst>
          </p:cNvPr>
          <p:cNvGrpSpPr>
            <a:grpSpLocks/>
          </p:cNvGrpSpPr>
          <p:nvPr/>
        </p:nvGrpSpPr>
        <p:grpSpPr bwMode="auto">
          <a:xfrm>
            <a:off x="1557338" y="4064000"/>
            <a:ext cx="2508250" cy="2260600"/>
            <a:chOff x="981" y="2560"/>
            <a:chExt cx="1580" cy="1424"/>
          </a:xfrm>
        </p:grpSpPr>
        <p:sp>
          <p:nvSpPr>
            <p:cNvPr id="9264" name="Arc 103">
              <a:extLst>
                <a:ext uri="{FF2B5EF4-FFF2-40B4-BE49-F238E27FC236}">
                  <a16:creationId xmlns:a16="http://schemas.microsoft.com/office/drawing/2014/main" id="{DF1BB857-92AF-4504-EDD6-93992D7A6008}"/>
                </a:ext>
              </a:extLst>
            </p:cNvPr>
            <p:cNvSpPr>
              <a:spLocks/>
            </p:cNvSpPr>
            <p:nvPr/>
          </p:nvSpPr>
          <p:spPr bwMode="auto">
            <a:xfrm rot="12673905" flipV="1">
              <a:off x="1696" y="3106"/>
              <a:ext cx="156" cy="44"/>
            </a:xfrm>
            <a:custGeom>
              <a:avLst/>
              <a:gdLst>
                <a:gd name="T0" fmla="*/ 0 w 40588"/>
                <a:gd name="T1" fmla="*/ 0 h 21600"/>
                <a:gd name="T2" fmla="*/ 1 w 40588"/>
                <a:gd name="T3" fmla="*/ 0 h 21600"/>
                <a:gd name="T4" fmla="*/ 0 w 40588"/>
                <a:gd name="T5" fmla="*/ 0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9265" name="Group 143">
              <a:extLst>
                <a:ext uri="{FF2B5EF4-FFF2-40B4-BE49-F238E27FC236}">
                  <a16:creationId xmlns:a16="http://schemas.microsoft.com/office/drawing/2014/main" id="{5D28D83B-7B7C-70CE-FCBA-A2070ADC84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560"/>
              <a:ext cx="1580" cy="1424"/>
              <a:chOff x="981" y="2349"/>
              <a:chExt cx="1814" cy="1635"/>
            </a:xfrm>
          </p:grpSpPr>
          <p:sp>
            <p:nvSpPr>
              <p:cNvPr id="9266" name="Oval 51">
                <a:extLst>
                  <a:ext uri="{FF2B5EF4-FFF2-40B4-BE49-F238E27FC236}">
                    <a16:creationId xmlns:a16="http://schemas.microsoft.com/office/drawing/2014/main" id="{A91588B9-7219-8BC8-7383-4038D4B12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2" y="2410"/>
                <a:ext cx="1505" cy="150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9267" name="Line 54">
                <a:extLst>
                  <a:ext uri="{FF2B5EF4-FFF2-40B4-BE49-F238E27FC236}">
                    <a16:creationId xmlns:a16="http://schemas.microsoft.com/office/drawing/2014/main" id="{3A671749-ED7A-2D50-BF8F-B0A37DBB9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0" y="2349"/>
                <a:ext cx="0" cy="1635"/>
              </a:xfrm>
              <a:prstGeom prst="line">
                <a:avLst/>
              </a:prstGeom>
              <a:noFill/>
              <a:ln w="25400" cap="rnd">
                <a:solidFill>
                  <a:srgbClr val="339966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68" name="Line 92">
                <a:extLst>
                  <a:ext uri="{FF2B5EF4-FFF2-40B4-BE49-F238E27FC236}">
                    <a16:creationId xmlns:a16="http://schemas.microsoft.com/office/drawing/2014/main" id="{00C0387C-2255-8875-80AB-2FAD4B95E7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3" y="2771"/>
                <a:ext cx="0" cy="399"/>
              </a:xfrm>
              <a:prstGeom prst="line">
                <a:avLst/>
              </a:prstGeom>
              <a:noFill/>
              <a:ln w="38100">
                <a:solidFill>
                  <a:srgbClr val="3399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69" name="Line 52">
                <a:extLst>
                  <a:ext uri="{FF2B5EF4-FFF2-40B4-BE49-F238E27FC236}">
                    <a16:creationId xmlns:a16="http://schemas.microsoft.com/office/drawing/2014/main" id="{789F0213-38C3-A51A-845F-C1C0BDB464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1" y="2771"/>
                <a:ext cx="1633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70" name="Line 57">
                <a:extLst>
                  <a:ext uri="{FF2B5EF4-FFF2-40B4-BE49-F238E27FC236}">
                    <a16:creationId xmlns:a16="http://schemas.microsoft.com/office/drawing/2014/main" id="{2E5FA6A8-9500-CF04-1008-D570633C7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1" y="3159"/>
                <a:ext cx="1633" cy="0"/>
              </a:xfrm>
              <a:prstGeom prst="line">
                <a:avLst/>
              </a:prstGeom>
              <a:noFill/>
              <a:ln w="25400" cap="rnd">
                <a:solidFill>
                  <a:srgbClr val="FF99CC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71" name="AutoShape 61">
                <a:extLst>
                  <a:ext uri="{FF2B5EF4-FFF2-40B4-BE49-F238E27FC236}">
                    <a16:creationId xmlns:a16="http://schemas.microsoft.com/office/drawing/2014/main" id="{27893248-0A7A-891B-9103-4537A89FA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" y="2770"/>
                <a:ext cx="181" cy="384"/>
              </a:xfrm>
              <a:prstGeom prst="rightBrace">
                <a:avLst>
                  <a:gd name="adj1" fmla="val 17680"/>
                  <a:gd name="adj2" fmla="val 50000"/>
                </a:avLst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9272" name="Line 91">
                <a:extLst>
                  <a:ext uri="{FF2B5EF4-FFF2-40B4-BE49-F238E27FC236}">
                    <a16:creationId xmlns:a16="http://schemas.microsoft.com/office/drawing/2014/main" id="{46737E19-9CC9-54C6-59C2-65D231B80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8" y="2771"/>
                <a:ext cx="617" cy="39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73" name="Line 95">
                <a:extLst>
                  <a:ext uri="{FF2B5EF4-FFF2-40B4-BE49-F238E27FC236}">
                    <a16:creationId xmlns:a16="http://schemas.microsoft.com/office/drawing/2014/main" id="{0000A8D5-22F8-8E7A-A628-3D15394F58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3187"/>
                <a:ext cx="601" cy="370"/>
              </a:xfrm>
              <a:prstGeom prst="line">
                <a:avLst/>
              </a:prstGeom>
              <a:noFill/>
              <a:ln w="25400">
                <a:solidFill>
                  <a:srgbClr val="8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1711" tIns="30855" rIns="61711" bIns="30855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9274" name="Oval 93">
                <a:extLst>
                  <a:ext uri="{FF2B5EF4-FFF2-40B4-BE49-F238E27FC236}">
                    <a16:creationId xmlns:a16="http://schemas.microsoft.com/office/drawing/2014/main" id="{2FB0FD91-B558-A313-5312-B78F86E3F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0" y="3117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9275" name="Oval 84">
                <a:extLst>
                  <a:ext uri="{FF2B5EF4-FFF2-40B4-BE49-F238E27FC236}">
                    <a16:creationId xmlns:a16="http://schemas.microsoft.com/office/drawing/2014/main" id="{E3D92050-CA11-FC99-4B32-22565FEA8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" y="2717"/>
                <a:ext cx="91" cy="91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9276" name="Oval 85">
                <a:extLst>
                  <a:ext uri="{FF2B5EF4-FFF2-40B4-BE49-F238E27FC236}">
                    <a16:creationId xmlns:a16="http://schemas.microsoft.com/office/drawing/2014/main" id="{22688C20-0BE5-D212-E744-3EEC37AB3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1" y="2723"/>
                <a:ext cx="91" cy="91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</p:grpSp>
      <p:graphicFrame>
        <p:nvGraphicFramePr>
          <p:cNvPr id="9224" name="Object 99">
            <a:extLst>
              <a:ext uri="{FF2B5EF4-FFF2-40B4-BE49-F238E27FC236}">
                <a16:creationId xmlns:a16="http://schemas.microsoft.com/office/drawing/2014/main" id="{3D4E27F6-65FA-C989-A148-FD7BA8651A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3825" y="5000625"/>
          <a:ext cx="3810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00" imgH="203040" progId="Equation.3">
                  <p:embed/>
                </p:oleObj>
              </mc:Choice>
              <mc:Fallback>
                <p:oleObj name="Equation" r:id="rId12" imgW="253800" imgH="203040" progId="Equation.3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825" y="5000625"/>
                        <a:ext cx="3810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100">
            <a:extLst>
              <a:ext uri="{FF2B5EF4-FFF2-40B4-BE49-F238E27FC236}">
                <a16:creationId xmlns:a16="http://schemas.microsoft.com/office/drawing/2014/main" id="{69F29827-C28E-A4B9-7DD9-4CA83B8ACA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3463" y="4160838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15640" progId="Equation.3">
                  <p:embed/>
                </p:oleObj>
              </mc:Choice>
              <mc:Fallback>
                <p:oleObj name="Equation" r:id="rId14" imgW="164880" imgH="215640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3" y="4160838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101">
            <a:extLst>
              <a:ext uri="{FF2B5EF4-FFF2-40B4-BE49-F238E27FC236}">
                <a16:creationId xmlns:a16="http://schemas.microsoft.com/office/drawing/2014/main" id="{DE5E9FC1-B92C-3AB2-6367-FE727D381E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8775" y="4160838"/>
          <a:ext cx="2667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228600" progId="Equation.3">
                  <p:embed/>
                </p:oleObj>
              </mc:Choice>
              <mc:Fallback>
                <p:oleObj name="Equation" r:id="rId16" imgW="177480" imgH="228600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4160838"/>
                        <a:ext cx="2667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Object 102">
            <a:extLst>
              <a:ext uri="{FF2B5EF4-FFF2-40B4-BE49-F238E27FC236}">
                <a16:creationId xmlns:a16="http://schemas.microsoft.com/office/drawing/2014/main" id="{995E7913-7021-FE3B-D1E9-A4B11AAD7C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2738" y="4737100"/>
          <a:ext cx="20955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9680" imgH="164880" progId="Equation.3">
                  <p:embed/>
                </p:oleObj>
              </mc:Choice>
              <mc:Fallback>
                <p:oleObj name="Equation" r:id="rId18" imgW="139680" imgH="164880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4737100"/>
                        <a:ext cx="20955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Object 126">
            <a:extLst>
              <a:ext uri="{FF2B5EF4-FFF2-40B4-BE49-F238E27FC236}">
                <a16:creationId xmlns:a16="http://schemas.microsoft.com/office/drawing/2014/main" id="{8FDF9A6B-2CF3-F2FF-A4C1-FED0630FD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0" y="8493125"/>
          <a:ext cx="1905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3">
                  <p:embed/>
                </p:oleObj>
              </mc:Choice>
              <mc:Fallback>
                <p:oleObj name="Equation" r:id="rId20" imgW="126720" imgH="177480" progId="Equation.3">
                  <p:embed/>
                  <p:pic>
                    <p:nvPicPr>
                      <p:cNvPr id="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8493125"/>
                        <a:ext cx="19050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33">
            <a:extLst>
              <a:ext uri="{FF2B5EF4-FFF2-40B4-BE49-F238E27FC236}">
                <a16:creationId xmlns:a16="http://schemas.microsoft.com/office/drawing/2014/main" id="{3918B418-18A7-D03E-EA08-A47AE1B10B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7770813"/>
          <a:ext cx="19050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6720" imgH="177480" progId="Equation.3">
                  <p:embed/>
                </p:oleObj>
              </mc:Choice>
              <mc:Fallback>
                <p:oleObj name="Equation" r:id="rId22" imgW="126720" imgH="177480" progId="Equation.3">
                  <p:embed/>
                  <p:pic>
                    <p:nvPicPr>
                      <p:cNvPr id="0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7770813"/>
                        <a:ext cx="190500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134">
            <a:extLst>
              <a:ext uri="{FF2B5EF4-FFF2-40B4-BE49-F238E27FC236}">
                <a16:creationId xmlns:a16="http://schemas.microsoft.com/office/drawing/2014/main" id="{3399D7D2-E59D-1368-1DAD-F29112C0D7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7424738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15640" progId="Equation.3">
                  <p:embed/>
                </p:oleObj>
              </mc:Choice>
              <mc:Fallback>
                <p:oleObj name="Equation" r:id="rId14" imgW="164880" imgH="215640" progId="Equation.3">
                  <p:embed/>
                  <p:pic>
                    <p:nvPicPr>
                      <p:cNvPr id="0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7424738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135">
            <a:extLst>
              <a:ext uri="{FF2B5EF4-FFF2-40B4-BE49-F238E27FC236}">
                <a16:creationId xmlns:a16="http://schemas.microsoft.com/office/drawing/2014/main" id="{DFC3BEB9-5681-6965-E725-479BDD551A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0213" y="8266113"/>
          <a:ext cx="2667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228600" progId="Equation.3">
                  <p:embed/>
                </p:oleObj>
              </mc:Choice>
              <mc:Fallback>
                <p:oleObj name="Equation" r:id="rId16" imgW="177480" imgH="228600" progId="Equation.3">
                  <p:embed/>
                  <p:pic>
                    <p:nvPicPr>
                      <p:cNvPr id="0" name="Object 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213" y="8266113"/>
                        <a:ext cx="2667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51" name="Group 146">
            <a:extLst>
              <a:ext uri="{FF2B5EF4-FFF2-40B4-BE49-F238E27FC236}">
                <a16:creationId xmlns:a16="http://schemas.microsoft.com/office/drawing/2014/main" id="{D4768FC9-BC1E-EC5C-0CD1-52FBD5F3F8A0}"/>
              </a:ext>
            </a:extLst>
          </p:cNvPr>
          <p:cNvGrpSpPr>
            <a:grpSpLocks/>
          </p:cNvGrpSpPr>
          <p:nvPr/>
        </p:nvGrpSpPr>
        <p:grpSpPr bwMode="auto">
          <a:xfrm>
            <a:off x="1571625" y="7121525"/>
            <a:ext cx="2217738" cy="2008188"/>
            <a:chOff x="990" y="4486"/>
            <a:chExt cx="1397" cy="1265"/>
          </a:xfrm>
        </p:grpSpPr>
        <p:sp>
          <p:nvSpPr>
            <p:cNvPr id="9252" name="Arc 127">
              <a:extLst>
                <a:ext uri="{FF2B5EF4-FFF2-40B4-BE49-F238E27FC236}">
                  <a16:creationId xmlns:a16="http://schemas.microsoft.com/office/drawing/2014/main" id="{05631142-5C78-FBDB-0749-FF5B0D4D8452}"/>
                </a:ext>
              </a:extLst>
            </p:cNvPr>
            <p:cNvSpPr>
              <a:spLocks/>
            </p:cNvSpPr>
            <p:nvPr/>
          </p:nvSpPr>
          <p:spPr bwMode="auto">
            <a:xfrm rot="2164146" flipV="1">
              <a:off x="1495" y="5303"/>
              <a:ext cx="205" cy="64"/>
            </a:xfrm>
            <a:custGeom>
              <a:avLst/>
              <a:gdLst>
                <a:gd name="T0" fmla="*/ 0 w 40588"/>
                <a:gd name="T1" fmla="*/ 0 h 21600"/>
                <a:gd name="T2" fmla="*/ 1 w 40588"/>
                <a:gd name="T3" fmla="*/ 0 h 21600"/>
                <a:gd name="T4" fmla="*/ 1 w 40588"/>
                <a:gd name="T5" fmla="*/ 0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9253" name="Group 144">
              <a:extLst>
                <a:ext uri="{FF2B5EF4-FFF2-40B4-BE49-F238E27FC236}">
                  <a16:creationId xmlns:a16="http://schemas.microsoft.com/office/drawing/2014/main" id="{5FAE3BCD-3FDB-38B1-A568-F8CAE696C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0" y="4486"/>
              <a:ext cx="1397" cy="1265"/>
              <a:chOff x="990" y="4299"/>
              <a:chExt cx="1603" cy="1452"/>
            </a:xfrm>
          </p:grpSpPr>
          <p:sp>
            <p:nvSpPr>
              <p:cNvPr id="9254" name="AutoShape 106">
                <a:extLst>
                  <a:ext uri="{FF2B5EF4-FFF2-40B4-BE49-F238E27FC236}">
                    <a16:creationId xmlns:a16="http://schemas.microsoft.com/office/drawing/2014/main" id="{4A407EF4-10D7-00E2-A895-098390DA7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042" y="4435"/>
                <a:ext cx="1505" cy="1180"/>
              </a:xfrm>
              <a:prstGeom prst="can">
                <a:avLst>
                  <a:gd name="adj" fmla="val 6648"/>
                </a:avLst>
              </a:prstGeom>
              <a:noFill/>
              <a:ln w="254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9255" name="Line 107">
                <a:extLst>
                  <a:ext uri="{FF2B5EF4-FFF2-40B4-BE49-F238E27FC236}">
                    <a16:creationId xmlns:a16="http://schemas.microsoft.com/office/drawing/2014/main" id="{4D04F5ED-072E-9DB1-6285-2DE49434A1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1" y="4548"/>
                <a:ext cx="1497" cy="977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56" name="Line 124">
                <a:extLst>
                  <a:ext uri="{FF2B5EF4-FFF2-40B4-BE49-F238E27FC236}">
                    <a16:creationId xmlns:a16="http://schemas.microsoft.com/office/drawing/2014/main" id="{075612E4-3626-DDE0-791A-A63DBBCDE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5" y="4299"/>
                <a:ext cx="0" cy="1452"/>
              </a:xfrm>
              <a:prstGeom prst="line">
                <a:avLst/>
              </a:prstGeom>
              <a:noFill/>
              <a:ln w="25400" cap="rnd">
                <a:solidFill>
                  <a:srgbClr val="339966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57" name="Line 125">
                <a:extLst>
                  <a:ext uri="{FF2B5EF4-FFF2-40B4-BE49-F238E27FC236}">
                    <a16:creationId xmlns:a16="http://schemas.microsoft.com/office/drawing/2014/main" id="{AF65AA0C-B691-17C5-E869-33768B873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0" y="4629"/>
                <a:ext cx="1603" cy="0"/>
              </a:xfrm>
              <a:prstGeom prst="line">
                <a:avLst/>
              </a:prstGeom>
              <a:noFill/>
              <a:ln w="25400" cap="rnd">
                <a:solidFill>
                  <a:schemeClr val="accent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58" name="Oval 109">
                <a:extLst>
                  <a:ext uri="{FF2B5EF4-FFF2-40B4-BE49-F238E27FC236}">
                    <a16:creationId xmlns:a16="http://schemas.microsoft.com/office/drawing/2014/main" id="{EEA3926C-0865-6ECB-B748-CF5C72A4D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5433"/>
                <a:ext cx="91" cy="91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9259" name="AutoShape 130">
                <a:extLst>
                  <a:ext uri="{FF2B5EF4-FFF2-40B4-BE49-F238E27FC236}">
                    <a16:creationId xmlns:a16="http://schemas.microsoft.com/office/drawing/2014/main" id="{1F53374B-1E0A-A84E-7877-463542516C9C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059" y="4228"/>
                <a:ext cx="136" cy="641"/>
              </a:xfrm>
              <a:prstGeom prst="rightBrace">
                <a:avLst>
                  <a:gd name="adj1" fmla="val 39277"/>
                  <a:gd name="adj2" fmla="val 50000"/>
                </a:avLst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9260" name="AutoShape 131">
                <a:extLst>
                  <a:ext uri="{FF2B5EF4-FFF2-40B4-BE49-F238E27FC236}">
                    <a16:creationId xmlns:a16="http://schemas.microsoft.com/office/drawing/2014/main" id="{D4D31E65-141B-3AED-769B-13F6636FD5EF}"/>
                  </a:ext>
                </a:extLst>
              </p:cNvPr>
              <p:cNvSpPr>
                <a:spLocks/>
              </p:cNvSpPr>
              <p:nvPr/>
            </p:nvSpPr>
            <p:spPr bwMode="auto">
              <a:xfrm rot="3485369">
                <a:off x="2091" y="4531"/>
                <a:ext cx="136" cy="771"/>
              </a:xfrm>
              <a:prstGeom prst="rightBrace">
                <a:avLst>
                  <a:gd name="adj1" fmla="val 47243"/>
                  <a:gd name="adj2" fmla="val 50000"/>
                </a:avLst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9261" name="Oval 110">
                <a:extLst>
                  <a:ext uri="{FF2B5EF4-FFF2-40B4-BE49-F238E27FC236}">
                    <a16:creationId xmlns:a16="http://schemas.microsoft.com/office/drawing/2014/main" id="{0486F774-3329-9FFA-E614-445E20D8B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3" y="4587"/>
                <a:ext cx="91" cy="91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9262" name="Oval 132">
                <a:extLst>
                  <a:ext uri="{FF2B5EF4-FFF2-40B4-BE49-F238E27FC236}">
                    <a16:creationId xmlns:a16="http://schemas.microsoft.com/office/drawing/2014/main" id="{51AD3C66-EF04-7E5C-122B-C39040A36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6" y="5007"/>
                <a:ext cx="91" cy="91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9263" name="Line 137">
                <a:extLst>
                  <a:ext uri="{FF2B5EF4-FFF2-40B4-BE49-F238E27FC236}">
                    <a16:creationId xmlns:a16="http://schemas.microsoft.com/office/drawing/2014/main" id="{85F979B2-DDB9-32A6-231F-615ED49AE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5" y="5159"/>
                <a:ext cx="187" cy="12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1711" tIns="30855" rIns="61711" bIns="30855">
                <a:spAutoFit/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9232" name="Object 138">
            <a:extLst>
              <a:ext uri="{FF2B5EF4-FFF2-40B4-BE49-F238E27FC236}">
                <a16:creationId xmlns:a16="http://schemas.microsoft.com/office/drawing/2014/main" id="{C0DEAF50-20EC-AF41-2FF8-C6FB1864C1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3875" y="1568450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15640" progId="Equation.3">
                  <p:embed/>
                </p:oleObj>
              </mc:Choice>
              <mc:Fallback>
                <p:oleObj name="Equation" r:id="rId14" imgW="164880" imgH="215640" progId="Equation.3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5" y="1568450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139">
            <a:extLst>
              <a:ext uri="{FF2B5EF4-FFF2-40B4-BE49-F238E27FC236}">
                <a16:creationId xmlns:a16="http://schemas.microsoft.com/office/drawing/2014/main" id="{974C63CF-1ABB-0C15-6726-A58590375F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1282700"/>
          <a:ext cx="2667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228600" progId="Equation.3">
                  <p:embed/>
                </p:oleObj>
              </mc:Choice>
              <mc:Fallback>
                <p:oleObj name="Equation" r:id="rId16" imgW="177480" imgH="228600" progId="Equation.3">
                  <p:embed/>
                  <p:pic>
                    <p:nvPicPr>
                      <p:cNvPr id="0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1282700"/>
                        <a:ext cx="2667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141">
            <a:extLst>
              <a:ext uri="{FF2B5EF4-FFF2-40B4-BE49-F238E27FC236}">
                <a16:creationId xmlns:a16="http://schemas.microsoft.com/office/drawing/2014/main" id="{1B769297-8A9B-E3F2-04FF-534664073D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0575" y="7942263"/>
          <a:ext cx="2857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90440" imgH="253800" progId="Equation.3">
                  <p:embed/>
                </p:oleObj>
              </mc:Choice>
              <mc:Fallback>
                <p:oleObj name="Equation" r:id="rId24" imgW="190440" imgH="253800" progId="Equation.3">
                  <p:embed/>
                  <p:pic>
                    <p:nvPicPr>
                      <p:cNvPr id="0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7942263"/>
                        <a:ext cx="2857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128">
            <a:extLst>
              <a:ext uri="{FF2B5EF4-FFF2-40B4-BE49-F238E27FC236}">
                <a16:creationId xmlns:a16="http://schemas.microsoft.com/office/drawing/2014/main" id="{FFDEE904-A4C0-2DAD-C764-AE457A5BFB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7488" y="7083425"/>
          <a:ext cx="7429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95000" imgH="203040" progId="Equation.3">
                  <p:embed/>
                </p:oleObj>
              </mc:Choice>
              <mc:Fallback>
                <p:oleObj name="Equation" r:id="rId26" imgW="495000" imgH="203040" progId="Equation.3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488" y="7083425"/>
                        <a:ext cx="7429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129">
            <a:extLst>
              <a:ext uri="{FF2B5EF4-FFF2-40B4-BE49-F238E27FC236}">
                <a16:creationId xmlns:a16="http://schemas.microsoft.com/office/drawing/2014/main" id="{72764328-386C-0065-68D9-C4F7D9C549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2813" y="7905750"/>
          <a:ext cx="24765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4880" imgH="164880" progId="Equation.3">
                  <p:embed/>
                </p:oleObj>
              </mc:Choice>
              <mc:Fallback>
                <p:oleObj name="Equation" r:id="rId28" imgW="164880" imgH="164880" progId="Equation.3">
                  <p:embed/>
                  <p:pic>
                    <p:nvPicPr>
                      <p:cNvPr id="0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7905750"/>
                        <a:ext cx="24765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1" name="Rectangle 6">
            <a:extLst>
              <a:ext uri="{FF2B5EF4-FFF2-40B4-BE49-F238E27FC236}">
                <a16:creationId xmlns:a16="http://schemas.microsoft.com/office/drawing/2014/main" id="{886DDB26-E6F6-5966-FB59-F0C2D27E5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750888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5. </a:t>
            </a:r>
            <a:r>
              <a:rPr lang="ko-KR" altLang="en-US" sz="1000" b="1">
                <a:latin typeface="바탕" panose="02030600000101010101" pitchFamily="18" charset="-127"/>
                <a:ea typeface="바탕" panose="02030600000101010101" pitchFamily="18" charset="-127"/>
              </a:rPr>
              <a:t>직선과 원통 충돌</a:t>
            </a:r>
            <a:endParaRPr lang="ko-KR" altLang="en-US" sz="900" b="1"/>
          </a:p>
        </p:txBody>
      </p:sp>
      <p:graphicFrame>
        <p:nvGraphicFramePr>
          <p:cNvPr id="10242" name="Object 44">
            <a:extLst>
              <a:ext uri="{FF2B5EF4-FFF2-40B4-BE49-F238E27FC236}">
                <a16:creationId xmlns:a16="http://schemas.microsoft.com/office/drawing/2014/main" id="{AEE22BDC-0F1F-27AB-6894-D610479C24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8363" y="1660525"/>
          <a:ext cx="15240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253800" progId="Equation.3">
                  <p:embed/>
                </p:oleObj>
              </mc:Choice>
              <mc:Fallback>
                <p:oleObj name="Equation" r:id="rId2" imgW="1015920" imgH="2538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1660525"/>
                        <a:ext cx="15240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48">
            <a:extLst>
              <a:ext uri="{FF2B5EF4-FFF2-40B4-BE49-F238E27FC236}">
                <a16:creationId xmlns:a16="http://schemas.microsoft.com/office/drawing/2014/main" id="{7934118E-5D16-04CE-F890-1F8F3536D3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225" y="1711325"/>
          <a:ext cx="150495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736560" progId="Equation.3">
                  <p:embed/>
                </p:oleObj>
              </mc:Choice>
              <mc:Fallback>
                <p:oleObj name="Equation" r:id="rId4" imgW="1002960" imgH="73656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1711325"/>
                        <a:ext cx="150495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9">
            <a:extLst>
              <a:ext uri="{FF2B5EF4-FFF2-40B4-BE49-F238E27FC236}">
                <a16:creationId xmlns:a16="http://schemas.microsoft.com/office/drawing/2014/main" id="{B3420DCF-C89C-39D3-3C7A-401770D2CE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8363" y="2293938"/>
          <a:ext cx="14668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241200" progId="Equation.3">
                  <p:embed/>
                </p:oleObj>
              </mc:Choice>
              <mc:Fallback>
                <p:oleObj name="Equation" r:id="rId6" imgW="977760" imgH="2412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2293938"/>
                        <a:ext cx="146685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0">
            <a:extLst>
              <a:ext uri="{FF2B5EF4-FFF2-40B4-BE49-F238E27FC236}">
                <a16:creationId xmlns:a16="http://schemas.microsoft.com/office/drawing/2014/main" id="{8C24BC56-43C4-91A0-E0C3-CD9545528E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8363" y="3876675"/>
          <a:ext cx="28003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6600" imgH="457200" progId="Equation.3">
                  <p:embed/>
                </p:oleObj>
              </mc:Choice>
              <mc:Fallback>
                <p:oleObj name="Equation" r:id="rId8" imgW="1866600" imgH="45720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3876675"/>
                        <a:ext cx="28003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51">
            <a:extLst>
              <a:ext uri="{FF2B5EF4-FFF2-40B4-BE49-F238E27FC236}">
                <a16:creationId xmlns:a16="http://schemas.microsoft.com/office/drawing/2014/main" id="{676846E1-6362-0DF3-E7DF-62C855A3C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8363" y="2906713"/>
          <a:ext cx="12954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80" imgH="253800" progId="Equation.3">
                  <p:embed/>
                </p:oleObj>
              </mc:Choice>
              <mc:Fallback>
                <p:oleObj name="Equation" r:id="rId10" imgW="863280" imgH="2538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2906713"/>
                        <a:ext cx="12954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53">
            <a:extLst>
              <a:ext uri="{FF2B5EF4-FFF2-40B4-BE49-F238E27FC236}">
                <a16:creationId xmlns:a16="http://schemas.microsoft.com/office/drawing/2014/main" id="{A15C93FA-AFB8-63DA-46AB-E4DC368A59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8363" y="5184775"/>
          <a:ext cx="19621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07880" imgH="253800" progId="Equation.3">
                  <p:embed/>
                </p:oleObj>
              </mc:Choice>
              <mc:Fallback>
                <p:oleObj name="Equation" r:id="rId12" imgW="1307880" imgH="2538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5184775"/>
                        <a:ext cx="19621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54">
            <a:extLst>
              <a:ext uri="{FF2B5EF4-FFF2-40B4-BE49-F238E27FC236}">
                <a16:creationId xmlns:a16="http://schemas.microsoft.com/office/drawing/2014/main" id="{0FFB3A3E-845A-75ED-E4A4-EB1CFE630B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8363" y="5818188"/>
          <a:ext cx="14287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52200" imgH="507960" progId="Equation.3">
                  <p:embed/>
                </p:oleObj>
              </mc:Choice>
              <mc:Fallback>
                <p:oleObj name="Equation" r:id="rId14" imgW="952200" imgH="50796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5818188"/>
                        <a:ext cx="14287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56">
            <a:extLst>
              <a:ext uri="{FF2B5EF4-FFF2-40B4-BE49-F238E27FC236}">
                <a16:creationId xmlns:a16="http://schemas.microsoft.com/office/drawing/2014/main" id="{3C1DF442-3175-DC1A-10B1-652798450C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225" y="3122613"/>
          <a:ext cx="1428750" cy="193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52200" imgH="1244520" progId="Equation.3">
                  <p:embed/>
                </p:oleObj>
              </mc:Choice>
              <mc:Fallback>
                <p:oleObj name="Equation" r:id="rId16" imgW="952200" imgH="124452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3122613"/>
                        <a:ext cx="1428750" cy="193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57">
            <a:extLst>
              <a:ext uri="{FF2B5EF4-FFF2-40B4-BE49-F238E27FC236}">
                <a16:creationId xmlns:a16="http://schemas.microsoft.com/office/drawing/2014/main" id="{D898316D-B445-4B6C-3476-7CB790AC68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225" y="5621338"/>
          <a:ext cx="1676400" cy="177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17440" imgH="1143000" progId="Equation.3">
                  <p:embed/>
                </p:oleObj>
              </mc:Choice>
              <mc:Fallback>
                <p:oleObj name="Equation" r:id="rId18" imgW="1117440" imgH="114300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5621338"/>
                        <a:ext cx="1676400" cy="177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60">
            <a:extLst>
              <a:ext uri="{FF2B5EF4-FFF2-40B4-BE49-F238E27FC236}">
                <a16:creationId xmlns:a16="http://schemas.microsoft.com/office/drawing/2014/main" id="{C934BDA3-393D-E2C4-51A0-654B886CB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5" y="5118100"/>
            <a:ext cx="365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바탕" panose="02030600000101010101" pitchFamily="18" charset="-127"/>
                <a:ea typeface="바탕" panose="02030600000101010101" pitchFamily="18" charset="-127"/>
                <a:cs typeface="Times New Roman" panose="02020603050405020304" pitchFamily="18" charset="0"/>
              </a:rPr>
              <a:t>or</a:t>
            </a:r>
            <a:endParaRPr lang="en-US" altLang="ko-KR" sz="1400" b="1"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" name="AutoShape 11">
            <a:extLst>
              <a:ext uri="{FF2B5EF4-FFF2-40B4-BE49-F238E27FC236}">
                <a16:creationId xmlns:a16="http://schemas.microsoft.com/office/drawing/2014/main" id="{F85066C0-00EC-F275-1B97-DABC3C2B526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36613" y="2000250"/>
            <a:ext cx="4608512" cy="927100"/>
          </a:xfrm>
          <a:custGeom>
            <a:avLst/>
            <a:gdLst>
              <a:gd name="T0" fmla="*/ 917252721 w 21600"/>
              <a:gd name="T1" fmla="*/ 19896165 h 21600"/>
              <a:gd name="T2" fmla="*/ 491629268 w 21600"/>
              <a:gd name="T3" fmla="*/ 39792330 h 21600"/>
              <a:gd name="T4" fmla="*/ 66005843 w 21600"/>
              <a:gd name="T5" fmla="*/ 19896165 h 21600"/>
              <a:gd name="T6" fmla="*/ 49162926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0 w 21600"/>
              <a:gd name="T13" fmla="*/ 3250 h 21600"/>
              <a:gd name="T14" fmla="*/ 18350 w 21600"/>
              <a:gd name="T15" fmla="*/ 183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899" y="21600"/>
                </a:lnTo>
                <a:lnTo>
                  <a:pt x="187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1276" name="Line 52">
            <a:extLst>
              <a:ext uri="{FF2B5EF4-FFF2-40B4-BE49-F238E27FC236}">
                <a16:creationId xmlns:a16="http://schemas.microsoft.com/office/drawing/2014/main" id="{C8EE96F1-BA26-8D1B-F5DC-D9D8427EF5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57338" y="2144713"/>
            <a:ext cx="1727200" cy="504825"/>
          </a:xfrm>
          <a:prstGeom prst="line">
            <a:avLst/>
          </a:prstGeom>
          <a:noFill/>
          <a:ln w="25400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77" name="Rectangle 2">
            <a:extLst>
              <a:ext uri="{FF2B5EF4-FFF2-40B4-BE49-F238E27FC236}">
                <a16:creationId xmlns:a16="http://schemas.microsoft.com/office/drawing/2014/main" id="{91FEDCDD-1A23-4292-A9B2-B654A3561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750888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6. </a:t>
            </a:r>
            <a:r>
              <a:rPr lang="ko-KR" altLang="en-US" sz="1000" b="1">
                <a:latin typeface="바탕" panose="02030600000101010101" pitchFamily="18" charset="-127"/>
                <a:ea typeface="바탕" panose="02030600000101010101" pitchFamily="18" charset="-127"/>
              </a:rPr>
              <a:t>유한 직선과 평면 충돌</a:t>
            </a:r>
            <a:endParaRPr lang="ko-KR" altLang="en-US" sz="900" b="1"/>
          </a:p>
        </p:txBody>
      </p:sp>
      <p:sp>
        <p:nvSpPr>
          <p:cNvPr id="11278" name="Line 12">
            <a:extLst>
              <a:ext uri="{FF2B5EF4-FFF2-40B4-BE49-F238E27FC236}">
                <a16:creationId xmlns:a16="http://schemas.microsoft.com/office/drawing/2014/main" id="{9B79C64D-6D21-EB45-75DC-2E4C4AA93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2913" y="2432050"/>
            <a:ext cx="385762" cy="504825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11266" name="Object 17">
            <a:extLst>
              <a:ext uri="{FF2B5EF4-FFF2-40B4-BE49-F238E27FC236}">
                <a16:creationId xmlns:a16="http://schemas.microsoft.com/office/drawing/2014/main" id="{C9C932E7-86D6-01BD-B480-3D898DFC59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1300" y="1568450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215640" progId="Equation.3">
                  <p:embed/>
                </p:oleObj>
              </mc:Choice>
              <mc:Fallback>
                <p:oleObj name="Equation" r:id="rId2" imgW="164880" imgH="215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1568450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18">
            <a:extLst>
              <a:ext uri="{FF2B5EF4-FFF2-40B4-BE49-F238E27FC236}">
                <a16:creationId xmlns:a16="http://schemas.microsoft.com/office/drawing/2014/main" id="{5EA7FE2F-44D0-188D-47DE-146C0D33E2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9363" y="3081338"/>
          <a:ext cx="266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3" y="3081338"/>
                        <a:ext cx="2667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9" name="Line 22">
            <a:extLst>
              <a:ext uri="{FF2B5EF4-FFF2-40B4-BE49-F238E27FC236}">
                <a16:creationId xmlns:a16="http://schemas.microsoft.com/office/drawing/2014/main" id="{221C5B9C-841E-0159-08AE-ED7DD3DD82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37063" y="2217738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1280" name="Line 42">
            <a:extLst>
              <a:ext uri="{FF2B5EF4-FFF2-40B4-BE49-F238E27FC236}">
                <a16:creationId xmlns:a16="http://schemas.microsoft.com/office/drawing/2014/main" id="{0D2BF40A-E1AB-234F-4982-EEF4D629C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1784350"/>
            <a:ext cx="496887" cy="649288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1281" name="Oval 14">
            <a:extLst>
              <a:ext uri="{FF2B5EF4-FFF2-40B4-BE49-F238E27FC236}">
                <a16:creationId xmlns:a16="http://schemas.microsoft.com/office/drawing/2014/main" id="{D87DDD40-1DDE-6ABB-74F5-1EA5FE51F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938" y="1712913"/>
            <a:ext cx="144462" cy="14446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1282" name="Line 43">
            <a:extLst>
              <a:ext uri="{FF2B5EF4-FFF2-40B4-BE49-F238E27FC236}">
                <a16:creationId xmlns:a16="http://schemas.microsoft.com/office/drawing/2014/main" id="{E18C00E7-DC16-DB43-3A4F-DB9AD20F1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2936875"/>
            <a:ext cx="276225" cy="360363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1283" name="Oval 16">
            <a:extLst>
              <a:ext uri="{FF2B5EF4-FFF2-40B4-BE49-F238E27FC236}">
                <a16:creationId xmlns:a16="http://schemas.microsoft.com/office/drawing/2014/main" id="{BA6A62DF-7B6A-032C-48C1-B9B03530C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463" y="3224213"/>
            <a:ext cx="144462" cy="14446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1268" name="Object 44">
            <a:extLst>
              <a:ext uri="{FF2B5EF4-FFF2-40B4-BE49-F238E27FC236}">
                <a16:creationId xmlns:a16="http://schemas.microsoft.com/office/drawing/2014/main" id="{FFF4DED8-5953-AAEE-80E3-16ED2CE5A9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0088" y="2344738"/>
          <a:ext cx="6858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200" imgH="241200" progId="Equation.3">
                  <p:embed/>
                </p:oleObj>
              </mc:Choice>
              <mc:Fallback>
                <p:oleObj name="Equation" r:id="rId6" imgW="457200" imgH="2412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8" y="2344738"/>
                        <a:ext cx="6858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45">
            <a:extLst>
              <a:ext uri="{FF2B5EF4-FFF2-40B4-BE49-F238E27FC236}">
                <a16:creationId xmlns:a16="http://schemas.microsoft.com/office/drawing/2014/main" id="{795ED6B8-CCAB-26F6-02DE-A0812B6C7B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713" y="3729038"/>
          <a:ext cx="26098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9880" imgH="241200" progId="Equation.3">
                  <p:embed/>
                </p:oleObj>
              </mc:Choice>
              <mc:Fallback>
                <p:oleObj name="Equation" r:id="rId8" imgW="1739880" imgH="2412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3729038"/>
                        <a:ext cx="260985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46">
            <a:extLst>
              <a:ext uri="{FF2B5EF4-FFF2-40B4-BE49-F238E27FC236}">
                <a16:creationId xmlns:a16="http://schemas.microsoft.com/office/drawing/2014/main" id="{8A95F23C-A3A4-3260-6CCE-C5E141924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1954213"/>
          <a:ext cx="2667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215640" progId="Equation.3">
                  <p:embed/>
                </p:oleObj>
              </mc:Choice>
              <mc:Fallback>
                <p:oleObj name="Equation" r:id="rId10" imgW="177480" imgH="21564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1954213"/>
                        <a:ext cx="2667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47">
            <a:extLst>
              <a:ext uri="{FF2B5EF4-FFF2-40B4-BE49-F238E27FC236}">
                <a16:creationId xmlns:a16="http://schemas.microsoft.com/office/drawing/2014/main" id="{BAD58AC8-EB87-57E2-F9AE-979BA85E32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2505075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80" imgH="215640" progId="Equation.3">
                  <p:embed/>
                </p:oleObj>
              </mc:Choice>
              <mc:Fallback>
                <p:oleObj name="Equation" r:id="rId12" imgW="164880" imgH="21564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505075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48">
            <a:extLst>
              <a:ext uri="{FF2B5EF4-FFF2-40B4-BE49-F238E27FC236}">
                <a16:creationId xmlns:a16="http://schemas.microsoft.com/office/drawing/2014/main" id="{DA1531A6-DF9E-06F0-C434-A544A6E73F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2875" y="2073275"/>
          <a:ext cx="2667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3">
                  <p:embed/>
                </p:oleObj>
              </mc:Choice>
              <mc:Fallback>
                <p:oleObj name="Equation" r:id="rId14" imgW="177480" imgH="2286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2073275"/>
                        <a:ext cx="2667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" name="Line 53">
            <a:extLst>
              <a:ext uri="{FF2B5EF4-FFF2-40B4-BE49-F238E27FC236}">
                <a16:creationId xmlns:a16="http://schemas.microsoft.com/office/drawing/2014/main" id="{9BDCBDFC-5A47-65BA-7C21-EC82360E48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28775" y="2649538"/>
            <a:ext cx="2016125" cy="0"/>
          </a:xfrm>
          <a:prstGeom prst="line">
            <a:avLst/>
          </a:prstGeom>
          <a:noFill/>
          <a:ln w="25400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85" name="Line 54">
            <a:extLst>
              <a:ext uri="{FF2B5EF4-FFF2-40B4-BE49-F238E27FC236}">
                <a16:creationId xmlns:a16="http://schemas.microsoft.com/office/drawing/2014/main" id="{A24D3223-4946-CB17-8C1D-71E3E45768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4538" y="2144713"/>
            <a:ext cx="360362" cy="504825"/>
          </a:xfrm>
          <a:prstGeom prst="line">
            <a:avLst/>
          </a:prstGeom>
          <a:noFill/>
          <a:ln w="25400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86" name="Oval 51">
            <a:extLst>
              <a:ext uri="{FF2B5EF4-FFF2-40B4-BE49-F238E27FC236}">
                <a16:creationId xmlns:a16="http://schemas.microsoft.com/office/drawing/2014/main" id="{5404EFD8-EF5C-9F8B-2A38-97D720BA0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0" y="257651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1287" name="Oval 49">
            <a:extLst>
              <a:ext uri="{FF2B5EF4-FFF2-40B4-BE49-F238E27FC236}">
                <a16:creationId xmlns:a16="http://schemas.microsoft.com/office/drawing/2014/main" id="{30DFE1A2-E75C-2338-B4C3-91A4A5DF4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688" y="207327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1288" name="Oval 50">
            <a:extLst>
              <a:ext uri="{FF2B5EF4-FFF2-40B4-BE49-F238E27FC236}">
                <a16:creationId xmlns:a16="http://schemas.microsoft.com/office/drawing/2014/main" id="{F5E99ACA-E979-AA06-51D2-B811AFD42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257651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1273" name="Object 55">
            <a:extLst>
              <a:ext uri="{FF2B5EF4-FFF2-40B4-BE49-F238E27FC236}">
                <a16:creationId xmlns:a16="http://schemas.microsoft.com/office/drawing/2014/main" id="{6DB6A2BB-D31B-72E3-35B1-BD4BB7CD2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713" y="4448175"/>
          <a:ext cx="22288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85720" imgH="253800" progId="Equation.3">
                  <p:embed/>
                </p:oleObj>
              </mc:Choice>
              <mc:Fallback>
                <p:oleObj name="Equation" r:id="rId16" imgW="1485720" imgH="2538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4448175"/>
                        <a:ext cx="22288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56">
            <a:extLst>
              <a:ext uri="{FF2B5EF4-FFF2-40B4-BE49-F238E27FC236}">
                <a16:creationId xmlns:a16="http://schemas.microsoft.com/office/drawing/2014/main" id="{8B3413F7-2B99-0BFD-47D5-77006358F3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713" y="4845050"/>
          <a:ext cx="9525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34680" imgH="253800" progId="Equation.3">
                  <p:embed/>
                </p:oleObj>
              </mc:Choice>
              <mc:Fallback>
                <p:oleObj name="Equation" r:id="rId18" imgW="634680" imgH="25380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4845050"/>
                        <a:ext cx="9525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9" name="Line 147">
            <a:extLst>
              <a:ext uri="{FF2B5EF4-FFF2-40B4-BE49-F238E27FC236}">
                <a16:creationId xmlns:a16="http://schemas.microsoft.com/office/drawing/2014/main" id="{08D57D7E-3DF0-F1B0-D598-C0D4BBBA8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5038" y="1658938"/>
            <a:ext cx="1584325" cy="1317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2310" name="Rectangle 2">
            <a:extLst>
              <a:ext uri="{FF2B5EF4-FFF2-40B4-BE49-F238E27FC236}">
                <a16:creationId xmlns:a16="http://schemas.microsoft.com/office/drawing/2014/main" id="{44F41AF6-907D-B620-85D8-978D1F0AE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704850"/>
            <a:ext cx="57150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2. Point to Plane</a:t>
            </a:r>
            <a:endParaRPr lang="en-US" altLang="ko-KR" sz="900" b="1"/>
          </a:p>
        </p:txBody>
      </p:sp>
      <p:sp>
        <p:nvSpPr>
          <p:cNvPr id="12311" name="Oval 89">
            <a:extLst>
              <a:ext uri="{FF2B5EF4-FFF2-40B4-BE49-F238E27FC236}">
                <a16:creationId xmlns:a16="http://schemas.microsoft.com/office/drawing/2014/main" id="{53D54DEC-B9C5-6E79-BD03-E31754A3C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1709738"/>
            <a:ext cx="144462" cy="144462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2312" name="Oval 92">
            <a:extLst>
              <a:ext uri="{FF2B5EF4-FFF2-40B4-BE49-F238E27FC236}">
                <a16:creationId xmlns:a16="http://schemas.microsoft.com/office/drawing/2014/main" id="{DBC3D288-3714-5207-C63B-743C72375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2168525"/>
            <a:ext cx="144463" cy="146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2313" name="Oval 93">
            <a:extLst>
              <a:ext uri="{FF2B5EF4-FFF2-40B4-BE49-F238E27FC236}">
                <a16:creationId xmlns:a16="http://schemas.microsoft.com/office/drawing/2014/main" id="{4FB12072-FD59-484B-A5DF-54FE6C439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746125"/>
            <a:ext cx="144463" cy="144463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2314" name="Line 96">
            <a:extLst>
              <a:ext uri="{FF2B5EF4-FFF2-40B4-BE49-F238E27FC236}">
                <a16:creationId xmlns:a16="http://schemas.microsoft.com/office/drawing/2014/main" id="{27F5BA2D-222D-4B0A-E16D-57AF1AC431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5038" y="849313"/>
            <a:ext cx="1655762" cy="8175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2315" name="Line 97">
            <a:extLst>
              <a:ext uri="{FF2B5EF4-FFF2-40B4-BE49-F238E27FC236}">
                <a16:creationId xmlns:a16="http://schemas.microsoft.com/office/drawing/2014/main" id="{FEF7F0A1-6FA2-42C3-8105-2EEA64314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5038" y="1666875"/>
            <a:ext cx="1800225" cy="5492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2316" name="Line 98">
            <a:extLst>
              <a:ext uri="{FF2B5EF4-FFF2-40B4-BE49-F238E27FC236}">
                <a16:creationId xmlns:a16="http://schemas.microsoft.com/office/drawing/2014/main" id="{4A72072A-3B26-B467-4462-1516DF5A4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8275" y="1427163"/>
            <a:ext cx="1079500" cy="344487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2317" name="Line 99">
            <a:extLst>
              <a:ext uri="{FF2B5EF4-FFF2-40B4-BE49-F238E27FC236}">
                <a16:creationId xmlns:a16="http://schemas.microsoft.com/office/drawing/2014/main" id="{7824696A-1ED2-5F7C-7609-D3CE6F5833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48050" y="1825625"/>
            <a:ext cx="358775" cy="198438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2318" name="Line 100">
            <a:extLst>
              <a:ext uri="{FF2B5EF4-FFF2-40B4-BE49-F238E27FC236}">
                <a16:creationId xmlns:a16="http://schemas.microsoft.com/office/drawing/2014/main" id="{D80DE5EE-739C-F731-51F6-27EDC6C45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2238" y="849313"/>
            <a:ext cx="138112" cy="1296987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2319" name="Arc 102">
            <a:extLst>
              <a:ext uri="{FF2B5EF4-FFF2-40B4-BE49-F238E27FC236}">
                <a16:creationId xmlns:a16="http://schemas.microsoft.com/office/drawing/2014/main" id="{AC54879A-AA37-53CB-9882-B0528E2DCC4E}"/>
              </a:ext>
            </a:extLst>
          </p:cNvPr>
          <p:cNvSpPr>
            <a:spLocks/>
          </p:cNvSpPr>
          <p:nvPr/>
        </p:nvSpPr>
        <p:spPr bwMode="auto">
          <a:xfrm rot="1051031" flipV="1">
            <a:off x="2170113" y="1685925"/>
            <a:ext cx="1258887" cy="522288"/>
          </a:xfrm>
          <a:custGeom>
            <a:avLst/>
            <a:gdLst>
              <a:gd name="T0" fmla="*/ 0 w 40588"/>
              <a:gd name="T1" fmla="*/ 8198858 h 21600"/>
              <a:gd name="T2" fmla="*/ 39045937 w 40588"/>
              <a:gd name="T3" fmla="*/ 8412851 h 21600"/>
              <a:gd name="T4" fmla="*/ 19458501 w 40588"/>
              <a:gd name="T5" fmla="*/ 12628922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2320" name="Arc 104">
            <a:extLst>
              <a:ext uri="{FF2B5EF4-FFF2-40B4-BE49-F238E27FC236}">
                <a16:creationId xmlns:a16="http://schemas.microsoft.com/office/drawing/2014/main" id="{CB08B9B2-8CDA-B80C-056F-CEB6A9F1FD51}"/>
              </a:ext>
            </a:extLst>
          </p:cNvPr>
          <p:cNvSpPr>
            <a:spLocks/>
          </p:cNvSpPr>
          <p:nvPr/>
        </p:nvSpPr>
        <p:spPr bwMode="auto">
          <a:xfrm rot="9036953" flipV="1">
            <a:off x="2178050" y="1419225"/>
            <a:ext cx="481013" cy="155575"/>
          </a:xfrm>
          <a:custGeom>
            <a:avLst/>
            <a:gdLst>
              <a:gd name="T0" fmla="*/ 0 w 40588"/>
              <a:gd name="T1" fmla="*/ 727464 h 21600"/>
              <a:gd name="T2" fmla="*/ 5700539 w 40588"/>
              <a:gd name="T3" fmla="*/ 746450 h 21600"/>
              <a:gd name="T4" fmla="*/ 2840854 w 40588"/>
              <a:gd name="T5" fmla="*/ 112053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2290" name="Object 125">
            <a:extLst>
              <a:ext uri="{FF2B5EF4-FFF2-40B4-BE49-F238E27FC236}">
                <a16:creationId xmlns:a16="http://schemas.microsoft.com/office/drawing/2014/main" id="{7BB9F766-1B1C-577A-F6C1-6C4236EF7C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1075" y="3440113"/>
          <a:ext cx="12382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253800" progId="Equation.3">
                  <p:embed/>
                </p:oleObj>
              </mc:Choice>
              <mc:Fallback>
                <p:oleObj name="Equation" r:id="rId2" imgW="825480" imgH="253800" progId="Equation.3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3440113"/>
                        <a:ext cx="12382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126">
            <a:extLst>
              <a:ext uri="{FF2B5EF4-FFF2-40B4-BE49-F238E27FC236}">
                <a16:creationId xmlns:a16="http://schemas.microsoft.com/office/drawing/2014/main" id="{587BCD55-84D1-2D1B-C556-C7674E9826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6700" y="704850"/>
          <a:ext cx="2667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704850"/>
                        <a:ext cx="26670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127">
            <a:extLst>
              <a:ext uri="{FF2B5EF4-FFF2-40B4-BE49-F238E27FC236}">
                <a16:creationId xmlns:a16="http://schemas.microsoft.com/office/drawing/2014/main" id="{5DFCD21E-A5DA-CEF0-1BC8-10858A3D57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2600" y="2073275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15640" progId="Equation.3">
                  <p:embed/>
                </p:oleObj>
              </mc:Choice>
              <mc:Fallback>
                <p:oleObj name="Equation" r:id="rId6" imgW="164880" imgH="215640" progId="Equation.3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2073275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29">
            <a:extLst>
              <a:ext uri="{FF2B5EF4-FFF2-40B4-BE49-F238E27FC236}">
                <a16:creationId xmlns:a16="http://schemas.microsoft.com/office/drawing/2014/main" id="{DA245F7F-0BDB-E4C1-19FB-FD8655D960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3238" y="1352550"/>
          <a:ext cx="2667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28600" progId="Equation.3">
                  <p:embed/>
                </p:oleObj>
              </mc:Choice>
              <mc:Fallback>
                <p:oleObj name="Equation" r:id="rId8" imgW="177480" imgH="228600" progId="Equation.3">
                  <p:embed/>
                  <p:pic>
                    <p:nvPicPr>
                      <p:cNvPr id="0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1352550"/>
                        <a:ext cx="2667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24">
            <a:extLst>
              <a:ext uri="{FF2B5EF4-FFF2-40B4-BE49-F238E27FC236}">
                <a16:creationId xmlns:a16="http://schemas.microsoft.com/office/drawing/2014/main" id="{7DB1F976-8EDD-3EB6-A294-227A6CA473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5663" y="1241425"/>
          <a:ext cx="28575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164880" progId="Equation.3">
                  <p:embed/>
                </p:oleObj>
              </mc:Choice>
              <mc:Fallback>
                <p:oleObj name="Equation" r:id="rId10" imgW="190440" imgH="164880" progId="Equation.3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1241425"/>
                        <a:ext cx="285750" cy="257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30">
            <a:extLst>
              <a:ext uri="{FF2B5EF4-FFF2-40B4-BE49-F238E27FC236}">
                <a16:creationId xmlns:a16="http://schemas.microsoft.com/office/drawing/2014/main" id="{E718A751-BA59-0326-DC90-826BE21944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5400" y="2000250"/>
          <a:ext cx="1905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203040" progId="Equation.3">
                  <p:embed/>
                </p:oleObj>
              </mc:Choice>
              <mc:Fallback>
                <p:oleObj name="Equation" r:id="rId12" imgW="126720" imgH="203040" progId="Equation.3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2000250"/>
                        <a:ext cx="190500" cy="3159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133">
            <a:extLst>
              <a:ext uri="{FF2B5EF4-FFF2-40B4-BE49-F238E27FC236}">
                <a16:creationId xmlns:a16="http://schemas.microsoft.com/office/drawing/2014/main" id="{9A2B7FF1-5E81-61AC-B13A-6BC2E17931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0938" y="3440113"/>
          <a:ext cx="12573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38080" imgH="253800" progId="Equation.3">
                  <p:embed/>
                </p:oleObj>
              </mc:Choice>
              <mc:Fallback>
                <p:oleObj name="Equation" r:id="rId14" imgW="838080" imgH="253800" progId="Equation.3">
                  <p:embed/>
                  <p:pic>
                    <p:nvPicPr>
                      <p:cNvPr id="0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3440113"/>
                        <a:ext cx="12573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136">
            <a:extLst>
              <a:ext uri="{FF2B5EF4-FFF2-40B4-BE49-F238E27FC236}">
                <a16:creationId xmlns:a16="http://schemas.microsoft.com/office/drawing/2014/main" id="{612D0EA1-0DBC-B457-11A2-4CC09E7F66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1075" y="3944938"/>
          <a:ext cx="1333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88840" imgH="241200" progId="Equation.3">
                  <p:embed/>
                </p:oleObj>
              </mc:Choice>
              <mc:Fallback>
                <p:oleObj name="Equation" r:id="rId16" imgW="888840" imgH="241200" progId="Equation.3">
                  <p:embed/>
                  <p:pic>
                    <p:nvPicPr>
                      <p:cNvPr id="0" name="Object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3944938"/>
                        <a:ext cx="13335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38">
            <a:extLst>
              <a:ext uri="{FF2B5EF4-FFF2-40B4-BE49-F238E27FC236}">
                <a16:creationId xmlns:a16="http://schemas.microsoft.com/office/drawing/2014/main" id="{C797D960-B263-63A5-9557-F1C9B0B30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1075" y="4537075"/>
          <a:ext cx="21717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47560" imgH="241200" progId="Equation.3">
                  <p:embed/>
                </p:oleObj>
              </mc:Choice>
              <mc:Fallback>
                <p:oleObj name="Equation" r:id="rId18" imgW="1447560" imgH="241200" progId="Equation.3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4537075"/>
                        <a:ext cx="21717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39">
            <a:extLst>
              <a:ext uri="{FF2B5EF4-FFF2-40B4-BE49-F238E27FC236}">
                <a16:creationId xmlns:a16="http://schemas.microsoft.com/office/drawing/2014/main" id="{191B9CAE-97AA-DB2C-17AB-1154D312D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1075" y="4938713"/>
          <a:ext cx="2114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09400" imgH="241200" progId="Equation.3">
                  <p:embed/>
                </p:oleObj>
              </mc:Choice>
              <mc:Fallback>
                <p:oleObj name="Equation" r:id="rId20" imgW="1409400" imgH="241200" progId="Equation.3">
                  <p:embed/>
                  <p:pic>
                    <p:nvPicPr>
                      <p:cNvPr id="0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4938713"/>
                        <a:ext cx="2114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40">
            <a:extLst>
              <a:ext uri="{FF2B5EF4-FFF2-40B4-BE49-F238E27FC236}">
                <a16:creationId xmlns:a16="http://schemas.microsoft.com/office/drawing/2014/main" id="{468BD93D-39B7-F418-77CF-712EECBC97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4524375"/>
          <a:ext cx="25908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26920" imgH="507960" progId="Equation.3">
                  <p:embed/>
                </p:oleObj>
              </mc:Choice>
              <mc:Fallback>
                <p:oleObj name="Equation" r:id="rId22" imgW="1726920" imgH="507960" progId="Equation.3">
                  <p:embed/>
                  <p:pic>
                    <p:nvPicPr>
                      <p:cNvPr id="0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4524375"/>
                        <a:ext cx="25908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41">
            <a:extLst>
              <a:ext uri="{FF2B5EF4-FFF2-40B4-BE49-F238E27FC236}">
                <a16:creationId xmlns:a16="http://schemas.microsoft.com/office/drawing/2014/main" id="{6CD43ACF-EAB8-EE6B-9EB5-0A75D5EA1B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1075" y="5537200"/>
          <a:ext cx="40005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6880" imgH="965160" progId="Equation.3">
                  <p:embed/>
                </p:oleObj>
              </mc:Choice>
              <mc:Fallback>
                <p:oleObj name="Equation" r:id="rId24" imgW="2666880" imgH="965160" progId="Equation.3">
                  <p:embed/>
                  <p:pic>
                    <p:nvPicPr>
                      <p:cNvPr id="0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5537200"/>
                        <a:ext cx="40005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2">
            <a:extLst>
              <a:ext uri="{FF2B5EF4-FFF2-40B4-BE49-F238E27FC236}">
                <a16:creationId xmlns:a16="http://schemas.microsoft.com/office/drawing/2014/main" id="{D4B85A60-C0FD-433A-B00F-99C4982B6A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1075" y="7048500"/>
          <a:ext cx="40005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6880" imgH="965160" progId="Equation.3">
                  <p:embed/>
                </p:oleObj>
              </mc:Choice>
              <mc:Fallback>
                <p:oleObj name="Equation" r:id="rId26" imgW="2666880" imgH="965160" progId="Equation.3">
                  <p:embed/>
                  <p:pic>
                    <p:nvPicPr>
                      <p:cNvPr id="0" name="Object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7048500"/>
                        <a:ext cx="40005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Object 143">
            <a:extLst>
              <a:ext uri="{FF2B5EF4-FFF2-40B4-BE49-F238E27FC236}">
                <a16:creationId xmlns:a16="http://schemas.microsoft.com/office/drawing/2014/main" id="{02B19824-3E6B-F013-B287-0073094B31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1075" y="8628063"/>
          <a:ext cx="518160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454200" imgH="507960" progId="Equation.3">
                  <p:embed/>
                </p:oleObj>
              </mc:Choice>
              <mc:Fallback>
                <p:oleObj name="Equation" r:id="rId28" imgW="3454200" imgH="507960" progId="Equation.3">
                  <p:embed/>
                  <p:pic>
                    <p:nvPicPr>
                      <p:cNvPr id="0" name="Object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075" y="8628063"/>
                        <a:ext cx="518160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4" name="Object 144">
            <a:extLst>
              <a:ext uri="{FF2B5EF4-FFF2-40B4-BE49-F238E27FC236}">
                <a16:creationId xmlns:a16="http://schemas.microsoft.com/office/drawing/2014/main" id="{3CFC799D-1B95-D97F-1BD4-2AA99A71F3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2575" y="2852738"/>
          <a:ext cx="222885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485720" imgH="203040" progId="Equation.3">
                  <p:embed/>
                </p:oleObj>
              </mc:Choice>
              <mc:Fallback>
                <p:oleObj name="Equation" r:id="rId30" imgW="1485720" imgH="203040" progId="Equation.3">
                  <p:embed/>
                  <p:pic>
                    <p:nvPicPr>
                      <p:cNvPr id="0" name="Object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2852738"/>
                        <a:ext cx="222885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1" name="Rectangle 146">
            <a:extLst>
              <a:ext uri="{FF2B5EF4-FFF2-40B4-BE49-F238E27FC236}">
                <a16:creationId xmlns:a16="http://schemas.microsoft.com/office/drawing/2014/main" id="{BAA2BF0B-30A7-F260-21B0-CD7C8D155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2865438"/>
            <a:ext cx="8032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 b="1">
                <a:latin typeface="바탕" panose="02030600000101010101" pitchFamily="18" charset="-127"/>
                <a:ea typeface="바탕" panose="02030600000101010101" pitchFamily="18" charset="-127"/>
              </a:rPr>
              <a:t>충돌 조건</a:t>
            </a:r>
            <a:endParaRPr lang="ko-KR" altLang="en-US" sz="900" b="1"/>
          </a:p>
        </p:txBody>
      </p:sp>
      <p:sp>
        <p:nvSpPr>
          <p:cNvPr id="12322" name="Oval 148">
            <a:extLst>
              <a:ext uri="{FF2B5EF4-FFF2-40B4-BE49-F238E27FC236}">
                <a16:creationId xmlns:a16="http://schemas.microsoft.com/office/drawing/2014/main" id="{24A0E210-31EC-3C93-C579-100517551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3" y="214471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2305" name="Object 149">
            <a:extLst>
              <a:ext uri="{FF2B5EF4-FFF2-40B4-BE49-F238E27FC236}">
                <a16:creationId xmlns:a16="http://schemas.microsoft.com/office/drawing/2014/main" id="{14C75135-C3A3-AA2C-64FC-3F55AF0F7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6113" y="2000250"/>
          <a:ext cx="190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6720" imgH="215640" progId="Equation.3">
                  <p:embed/>
                </p:oleObj>
              </mc:Choice>
              <mc:Fallback>
                <p:oleObj name="Equation" r:id="rId32" imgW="126720" imgH="215640" progId="Equation.3">
                  <p:embed/>
                  <p:pic>
                    <p:nvPicPr>
                      <p:cNvPr id="0" name="Object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2000250"/>
                        <a:ext cx="1905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3" name="Oval 91">
            <a:extLst>
              <a:ext uri="{FF2B5EF4-FFF2-40B4-BE49-F238E27FC236}">
                <a16:creationId xmlns:a16="http://schemas.microsoft.com/office/drawing/2014/main" id="{F3D31C62-2A5B-B169-B416-937FD05DB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1590675"/>
            <a:ext cx="144462" cy="14287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2306" name="Object 128">
            <a:extLst>
              <a:ext uri="{FF2B5EF4-FFF2-40B4-BE49-F238E27FC236}">
                <a16:creationId xmlns:a16="http://schemas.microsoft.com/office/drawing/2014/main" id="{7BC8CA55-4430-573F-5B3B-F51EE47895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4175" y="1568450"/>
          <a:ext cx="1905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26720" imgH="203040" progId="Equation.3">
                  <p:embed/>
                </p:oleObj>
              </mc:Choice>
              <mc:Fallback>
                <p:oleObj name="Equation" r:id="rId34" imgW="126720" imgH="203040" progId="Equation.3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1568450"/>
                        <a:ext cx="1905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Object 150">
            <a:extLst>
              <a:ext uri="{FF2B5EF4-FFF2-40B4-BE49-F238E27FC236}">
                <a16:creationId xmlns:a16="http://schemas.microsoft.com/office/drawing/2014/main" id="{59B859CD-D190-F174-A2E7-13E78D8B7A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6338" y="1423988"/>
          <a:ext cx="19050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6720" imgH="164880" progId="Equation.3">
                  <p:embed/>
                </p:oleObj>
              </mc:Choice>
              <mc:Fallback>
                <p:oleObj name="Equation" r:id="rId36" imgW="126720" imgH="164880" progId="Equation.3">
                  <p:embed/>
                  <p:pic>
                    <p:nvPicPr>
                      <p:cNvPr id="0" name="Object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1423988"/>
                        <a:ext cx="19050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8" name="Object 151">
            <a:extLst>
              <a:ext uri="{FF2B5EF4-FFF2-40B4-BE49-F238E27FC236}">
                <a16:creationId xmlns:a16="http://schemas.microsoft.com/office/drawing/2014/main" id="{B496E16A-3861-4E6B-4A9A-5637B7D6F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3825" y="3440113"/>
          <a:ext cx="971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647640" imgH="241200" progId="Equation.3">
                  <p:embed/>
                </p:oleObj>
              </mc:Choice>
              <mc:Fallback>
                <p:oleObj name="Equation" r:id="rId38" imgW="647640" imgH="241200" progId="Equation.3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825" y="3440113"/>
                        <a:ext cx="971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9D09372C-DDDD-1F37-190A-9DEDA63419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371600"/>
          <a:ext cx="1524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20" imgH="203040" progId="Equation.3">
                  <p:embed/>
                </p:oleObj>
              </mc:Choice>
              <mc:Fallback>
                <p:oleObj name="Equation" r:id="rId2" imgW="10152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371600"/>
                        <a:ext cx="1524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>
            <a:extLst>
              <a:ext uri="{FF2B5EF4-FFF2-40B4-BE49-F238E27FC236}">
                <a16:creationId xmlns:a16="http://schemas.microsoft.com/office/drawing/2014/main" id="{9A5C2580-A0DA-701D-89D5-16848940E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1608138"/>
          <a:ext cx="2667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608138"/>
                        <a:ext cx="2667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E8FC6F47-8AA0-7E41-73E3-A812B8F4F0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092450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15640" progId="Equation.3">
                  <p:embed/>
                </p:oleObj>
              </mc:Choice>
              <mc:Fallback>
                <p:oleObj name="Equation" r:id="rId6" imgW="16488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092450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Line 5">
            <a:extLst>
              <a:ext uri="{FF2B5EF4-FFF2-40B4-BE49-F238E27FC236}">
                <a16:creationId xmlns:a16="http://schemas.microsoft.com/office/drawing/2014/main" id="{3E6F4919-6F67-1573-7031-1859363A1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524000"/>
            <a:ext cx="685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3326" name="Line 6">
            <a:extLst>
              <a:ext uri="{FF2B5EF4-FFF2-40B4-BE49-F238E27FC236}">
                <a16:creationId xmlns:a16="http://schemas.microsoft.com/office/drawing/2014/main" id="{34204B53-F3BA-2FCB-7CA1-C77FEE03DB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95550" y="1981200"/>
            <a:ext cx="990600" cy="685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3327" name="Oval 7">
            <a:extLst>
              <a:ext uri="{FF2B5EF4-FFF2-40B4-BE49-F238E27FC236}">
                <a16:creationId xmlns:a16="http://schemas.microsoft.com/office/drawing/2014/main" id="{10DFFAC9-EE18-8400-4B03-D71DD02B2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5908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3317" name="Object 8">
            <a:extLst>
              <a:ext uri="{FF2B5EF4-FFF2-40B4-BE49-F238E27FC236}">
                <a16:creationId xmlns:a16="http://schemas.microsoft.com/office/drawing/2014/main" id="{57CCAB19-C9B5-F79D-AA24-A0944ABC8A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2362200"/>
          <a:ext cx="19050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164880" progId="Equation.3">
                  <p:embed/>
                </p:oleObj>
              </mc:Choice>
              <mc:Fallback>
                <p:oleObj name="Equation" r:id="rId8" imgW="126720" imgH="1648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362200"/>
                        <a:ext cx="19050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9">
            <a:extLst>
              <a:ext uri="{FF2B5EF4-FFF2-40B4-BE49-F238E27FC236}">
                <a16:creationId xmlns:a16="http://schemas.microsoft.com/office/drawing/2014/main" id="{58F749C9-CDA7-A5ED-8ED7-0B1DD994EB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7900" y="2743200"/>
          <a:ext cx="2667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228600" progId="Equation.3">
                  <p:embed/>
                </p:oleObj>
              </mc:Choice>
              <mc:Fallback>
                <p:oleObj name="Equation" r:id="rId10" imgW="17748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2743200"/>
                        <a:ext cx="2667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Rectangle 10">
            <a:extLst>
              <a:ext uri="{FF2B5EF4-FFF2-40B4-BE49-F238E27FC236}">
                <a16:creationId xmlns:a16="http://schemas.microsoft.com/office/drawing/2014/main" id="{F1302BA6-59FB-8D5A-BB8A-1DF0B275BCA0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1798638" y="1576388"/>
            <a:ext cx="2444750" cy="20304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3329" name="Line 11">
            <a:extLst>
              <a:ext uri="{FF2B5EF4-FFF2-40B4-BE49-F238E27FC236}">
                <a16:creationId xmlns:a16="http://schemas.microsoft.com/office/drawing/2014/main" id="{8008B85A-1CB0-7966-3D23-60162750418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28800" y="1524000"/>
            <a:ext cx="914400" cy="6334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3330" name="Oval 12">
            <a:extLst>
              <a:ext uri="{FF2B5EF4-FFF2-40B4-BE49-F238E27FC236}">
                <a16:creationId xmlns:a16="http://schemas.microsoft.com/office/drawing/2014/main" id="{B093F6C0-C845-53CF-5E08-B6188B02B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979738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3331" name="Oval 13">
            <a:extLst>
              <a:ext uri="{FF2B5EF4-FFF2-40B4-BE49-F238E27FC236}">
                <a16:creationId xmlns:a16="http://schemas.microsoft.com/office/drawing/2014/main" id="{28840407-180C-C95F-D0AB-080CAD0C5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276600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3332" name="Oval 14">
            <a:extLst>
              <a:ext uri="{FF2B5EF4-FFF2-40B4-BE49-F238E27FC236}">
                <a16:creationId xmlns:a16="http://schemas.microsoft.com/office/drawing/2014/main" id="{C13FCABD-D4FE-32C6-0C96-4095952A5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6938" y="1828800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3333" name="Oval 15">
            <a:extLst>
              <a:ext uri="{FF2B5EF4-FFF2-40B4-BE49-F238E27FC236}">
                <a16:creationId xmlns:a16="http://schemas.microsoft.com/office/drawing/2014/main" id="{8B83C6DF-E8B8-495F-19DC-F98D9DEB4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2141538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3334" name="Oval 16">
            <a:extLst>
              <a:ext uri="{FF2B5EF4-FFF2-40B4-BE49-F238E27FC236}">
                <a16:creationId xmlns:a16="http://schemas.microsoft.com/office/drawing/2014/main" id="{EF8DD7D2-5A71-9634-50FF-0C6CE626A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3" y="147637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3319" name="Object 17">
            <a:extLst>
              <a:ext uri="{FF2B5EF4-FFF2-40B4-BE49-F238E27FC236}">
                <a16:creationId xmlns:a16="http://schemas.microsoft.com/office/drawing/2014/main" id="{79C51348-7F72-A2AB-5948-1DF182A32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4150" y="3762375"/>
          <a:ext cx="1905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3">
                  <p:embed/>
                </p:oleObj>
              </mc:Choice>
              <mc:Fallback>
                <p:oleObj name="Equation" r:id="rId12" imgW="126720" imgH="177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3762375"/>
                        <a:ext cx="19050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5" name="Line 18">
            <a:extLst>
              <a:ext uri="{FF2B5EF4-FFF2-40B4-BE49-F238E27FC236}">
                <a16:creationId xmlns:a16="http://schemas.microsoft.com/office/drawing/2014/main" id="{5D53A39F-17DC-CA23-EBB3-3E74CE1C8E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14600" y="33528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13320" name="Object 19">
            <a:extLst>
              <a:ext uri="{FF2B5EF4-FFF2-40B4-BE49-F238E27FC236}">
                <a16:creationId xmlns:a16="http://schemas.microsoft.com/office/drawing/2014/main" id="{F241A232-689A-8FAC-2034-A8962E6FE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0" y="3886200"/>
          <a:ext cx="22479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98320" imgH="253800" progId="Equation.3">
                  <p:embed/>
                </p:oleObj>
              </mc:Choice>
              <mc:Fallback>
                <p:oleObj name="Equation" r:id="rId14" imgW="1498320" imgH="253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3886200"/>
                        <a:ext cx="22479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Rectangle 20">
            <a:extLst>
              <a:ext uri="{FF2B5EF4-FFF2-40B4-BE49-F238E27FC236}">
                <a16:creationId xmlns:a16="http://schemas.microsoft.com/office/drawing/2014/main" id="{81B13BA5-9406-C926-B3A9-FC8B9EA1A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685800"/>
            <a:ext cx="57150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2. Line to Plane</a:t>
            </a:r>
            <a:endParaRPr lang="en-US" altLang="ko-KR" sz="900" b="1"/>
          </a:p>
        </p:txBody>
      </p:sp>
      <p:graphicFrame>
        <p:nvGraphicFramePr>
          <p:cNvPr id="13321" name="Object 21">
            <a:extLst>
              <a:ext uri="{FF2B5EF4-FFF2-40B4-BE49-F238E27FC236}">
                <a16:creationId xmlns:a16="http://schemas.microsoft.com/office/drawing/2014/main" id="{881E5E8F-A3AD-F612-F17D-2075A0A06B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1720850"/>
          <a:ext cx="2667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215640" progId="Equation.3">
                  <p:embed/>
                </p:oleObj>
              </mc:Choice>
              <mc:Fallback>
                <p:oleObj name="Equation" r:id="rId16" imgW="177480" imgH="2156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1720850"/>
                        <a:ext cx="2667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22">
            <a:extLst>
              <a:ext uri="{FF2B5EF4-FFF2-40B4-BE49-F238E27FC236}">
                <a16:creationId xmlns:a16="http://schemas.microsoft.com/office/drawing/2014/main" id="{1961C756-F92E-0BE2-08BD-1CD404B20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5925" y="1066800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4880" imgH="215640" progId="Equation.3">
                  <p:embed/>
                </p:oleObj>
              </mc:Choice>
              <mc:Fallback>
                <p:oleObj name="Equation" r:id="rId18" imgW="164880" imgH="215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1066800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7" name="Rectangle 23">
            <a:extLst>
              <a:ext uri="{FF2B5EF4-FFF2-40B4-BE49-F238E27FC236}">
                <a16:creationId xmlns:a16="http://schemas.microsoft.com/office/drawing/2014/main" id="{61F1E9FC-FA60-4DCA-8F2E-6A4A9E94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648200"/>
            <a:ext cx="4416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만약 두 점으로 이루어진 직선이 평면과 교차하려면 다음을 만족해야 한다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graphicFrame>
        <p:nvGraphicFramePr>
          <p:cNvPr id="13323" name="Object 24">
            <a:extLst>
              <a:ext uri="{FF2B5EF4-FFF2-40B4-BE49-F238E27FC236}">
                <a16:creationId xmlns:a16="http://schemas.microsoft.com/office/drawing/2014/main" id="{CB6B309E-373D-8570-D12F-45C329D143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938713"/>
          <a:ext cx="27241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15840" imgH="253800" progId="Equation.3">
                  <p:embed/>
                </p:oleObj>
              </mc:Choice>
              <mc:Fallback>
                <p:oleObj name="Equation" r:id="rId20" imgW="1815840" imgH="2538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938713"/>
                        <a:ext cx="27241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8" name="Rectangle 25">
            <a:extLst>
              <a:ext uri="{FF2B5EF4-FFF2-40B4-BE49-F238E27FC236}">
                <a16:creationId xmlns:a16="http://schemas.microsoft.com/office/drawing/2014/main" id="{6DF5B6CC-0B01-C8BB-6042-B408A4336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334000"/>
            <a:ext cx="52181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그 다음 평면과 교차하는 점이 삼각형 내부에 있는지 검사한다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.(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이전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point to plane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참조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</a:p>
        </p:txBody>
      </p:sp>
      <p:sp>
        <p:nvSpPr>
          <p:cNvPr id="13339" name="Rectangle 26">
            <a:extLst>
              <a:ext uri="{FF2B5EF4-FFF2-40B4-BE49-F238E27FC236}">
                <a16:creationId xmlns:a16="http://schemas.microsoft.com/office/drawing/2014/main" id="{372E4EEA-D1CB-4F0A-78EC-9F7D050CA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5927725"/>
            <a:ext cx="57150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2. Line to Sphere</a:t>
            </a:r>
            <a:endParaRPr lang="en-US" altLang="ko-KR" sz="900" b="1"/>
          </a:p>
        </p:txBody>
      </p:sp>
      <p:graphicFrame>
        <p:nvGraphicFramePr>
          <p:cNvPr id="13324" name="Object 28">
            <a:extLst>
              <a:ext uri="{FF2B5EF4-FFF2-40B4-BE49-F238E27FC236}">
                <a16:creationId xmlns:a16="http://schemas.microsoft.com/office/drawing/2014/main" id="{3A5F47AD-4376-469E-6484-C3B193C417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7040563"/>
          <a:ext cx="52768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517560" imgH="279360" progId="Equation.3">
                  <p:embed/>
                </p:oleObj>
              </mc:Choice>
              <mc:Fallback>
                <p:oleObj name="Equation" r:id="rId22" imgW="3517560" imgH="2793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7040563"/>
                        <a:ext cx="52768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0" name="Rectangle 29">
            <a:extLst>
              <a:ext uri="{FF2B5EF4-FFF2-40B4-BE49-F238E27FC236}">
                <a16:creationId xmlns:a16="http://schemas.microsoft.com/office/drawing/2014/main" id="{81DACE8D-94AF-B6EA-5BF6-4D7851517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32525"/>
            <a:ext cx="31162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Point to Line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과 비슷하다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충돌조건은 다음과 같다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372C3ED1-F65A-1986-8215-FE1DE4DCAC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505075"/>
          <a:ext cx="9715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640" imgH="457200" progId="Equation.3">
                  <p:embed/>
                </p:oleObj>
              </mc:Choice>
              <mc:Fallback>
                <p:oleObj name="Equation" r:id="rId2" imgW="64764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05075"/>
                        <a:ext cx="9715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>
            <a:extLst>
              <a:ext uri="{FF2B5EF4-FFF2-40B4-BE49-F238E27FC236}">
                <a16:creationId xmlns:a16="http://schemas.microsoft.com/office/drawing/2014/main" id="{4CDEDBEC-315F-1723-8D3C-FAE5B1A645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4725" y="2084388"/>
          <a:ext cx="1524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20" imgH="203040" progId="Equation.3">
                  <p:embed/>
                </p:oleObj>
              </mc:Choice>
              <mc:Fallback>
                <p:oleObj name="Equation" r:id="rId4" imgW="10152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725" y="2084388"/>
                        <a:ext cx="1524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Line 6">
            <a:extLst>
              <a:ext uri="{FF2B5EF4-FFF2-40B4-BE49-F238E27FC236}">
                <a16:creationId xmlns:a16="http://schemas.microsoft.com/office/drawing/2014/main" id="{9918734E-39F5-A12E-95F9-1AC2C4044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9925" y="2236788"/>
            <a:ext cx="685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4347" name="Line 7">
            <a:extLst>
              <a:ext uri="{FF2B5EF4-FFF2-40B4-BE49-F238E27FC236}">
                <a16:creationId xmlns:a16="http://schemas.microsoft.com/office/drawing/2014/main" id="{F87DAFCD-E942-124A-6B48-85FE73BD46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86325" y="3398838"/>
            <a:ext cx="990600" cy="685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4348" name="Oval 8">
            <a:extLst>
              <a:ext uri="{FF2B5EF4-FFF2-40B4-BE49-F238E27FC236}">
                <a16:creationId xmlns:a16="http://schemas.microsoft.com/office/drawing/2014/main" id="{1793ED32-AB69-635F-FBB4-5FFDB728C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25" y="3322638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4340" name="Object 9">
            <a:extLst>
              <a:ext uri="{FF2B5EF4-FFF2-40B4-BE49-F238E27FC236}">
                <a16:creationId xmlns:a16="http://schemas.microsoft.com/office/drawing/2014/main" id="{9418D82D-5A45-307E-7198-07157A29D3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5125" y="2073275"/>
          <a:ext cx="1905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203040" progId="Equation.3">
                  <p:embed/>
                </p:oleObj>
              </mc:Choice>
              <mc:Fallback>
                <p:oleObj name="Equation" r:id="rId6" imgW="12672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2073275"/>
                        <a:ext cx="1905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10">
            <a:extLst>
              <a:ext uri="{FF2B5EF4-FFF2-40B4-BE49-F238E27FC236}">
                <a16:creationId xmlns:a16="http://schemas.microsoft.com/office/drawing/2014/main" id="{B6F57164-8AC0-E341-5EAE-B104D221A5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8725" y="3074988"/>
          <a:ext cx="19050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164880" progId="Equation.3">
                  <p:embed/>
                </p:oleObj>
              </mc:Choice>
              <mc:Fallback>
                <p:oleObj name="Equation" r:id="rId8" imgW="126720" imgH="164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725" y="3074988"/>
                        <a:ext cx="19050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Rectangle 11">
            <a:extLst>
              <a:ext uri="{FF2B5EF4-FFF2-40B4-BE49-F238E27FC236}">
                <a16:creationId xmlns:a16="http://schemas.microsoft.com/office/drawing/2014/main" id="{C0EA3B66-37DD-E24B-2BA9-4BDF4EA8E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Vector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2. </a:t>
            </a:r>
            <a:r>
              <a:rPr lang="ko-KR" altLang="en-US" sz="1200" b="1">
                <a:latin typeface="바탕" panose="02030600000101010101" pitchFamily="18" charset="-127"/>
                <a:ea typeface="바탕" panose="02030600000101010101" pitchFamily="18" charset="-127"/>
              </a:rPr>
              <a:t>한 평면과 한 직선의 교차점 구하기</a:t>
            </a:r>
            <a:endParaRPr lang="ko-KR" altLang="en-US" sz="900"/>
          </a:p>
        </p:txBody>
      </p:sp>
      <p:sp>
        <p:nvSpPr>
          <p:cNvPr id="14350" name="Rectangle 13">
            <a:extLst>
              <a:ext uri="{FF2B5EF4-FFF2-40B4-BE49-F238E27FC236}">
                <a16:creationId xmlns:a16="http://schemas.microsoft.com/office/drawing/2014/main" id="{E30BD134-5D6A-CD94-9FED-82D80364F73B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3551238" y="2687638"/>
            <a:ext cx="2192337" cy="1498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4351" name="Line 14">
            <a:extLst>
              <a:ext uri="{FF2B5EF4-FFF2-40B4-BE49-F238E27FC236}">
                <a16:creationId xmlns:a16="http://schemas.microsoft.com/office/drawing/2014/main" id="{92D32060-3E44-2B8B-3F3C-9ABD468AD0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9925" y="2236788"/>
            <a:ext cx="1676400" cy="1160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4352" name="Oval 18">
            <a:extLst>
              <a:ext uri="{FF2B5EF4-FFF2-40B4-BE49-F238E27FC236}">
                <a16:creationId xmlns:a16="http://schemas.microsoft.com/office/drawing/2014/main" id="{D2C7CC44-2B65-2809-2D6D-6AB79B263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25" y="4408488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4353" name="Oval 19">
            <a:extLst>
              <a:ext uri="{FF2B5EF4-FFF2-40B4-BE49-F238E27FC236}">
                <a16:creationId xmlns:a16="http://schemas.microsoft.com/office/drawing/2014/main" id="{7718EA63-0353-56B3-F67F-0E0415DE1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288" y="21891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4342" name="Object 20">
            <a:extLst>
              <a:ext uri="{FF2B5EF4-FFF2-40B4-BE49-F238E27FC236}">
                <a16:creationId xmlns:a16="http://schemas.microsoft.com/office/drawing/2014/main" id="{0216BAA2-62BE-BAF2-525E-8ED97C671C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3425" y="4043363"/>
          <a:ext cx="190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215640" progId="Equation.3">
                  <p:embed/>
                </p:oleObj>
              </mc:Choice>
              <mc:Fallback>
                <p:oleObj name="Equation" r:id="rId10" imgW="126720" imgH="2156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5" y="4043363"/>
                        <a:ext cx="1905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21">
            <a:extLst>
              <a:ext uri="{FF2B5EF4-FFF2-40B4-BE49-F238E27FC236}">
                <a16:creationId xmlns:a16="http://schemas.microsoft.com/office/drawing/2014/main" id="{6B758284-783F-CD51-2363-E684F34C6A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5438" y="3995738"/>
          <a:ext cx="419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215640" progId="Equation.3">
                  <p:embed/>
                </p:oleObj>
              </mc:Choice>
              <mc:Fallback>
                <p:oleObj name="Equation" r:id="rId12" imgW="279360" imgH="2156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3995738"/>
                        <a:ext cx="4191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Line 22">
            <a:extLst>
              <a:ext uri="{FF2B5EF4-FFF2-40B4-BE49-F238E27FC236}">
                <a16:creationId xmlns:a16="http://schemas.microsoft.com/office/drawing/2014/main" id="{A08684A6-04B8-46E8-4656-3324885C38C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40188" y="34671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14344" name="Object 24">
            <a:extLst>
              <a:ext uri="{FF2B5EF4-FFF2-40B4-BE49-F238E27FC236}">
                <a16:creationId xmlns:a16="http://schemas.microsoft.com/office/drawing/2014/main" id="{8F10F84D-8A83-224C-E45C-24EBA414B3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800475"/>
          <a:ext cx="180975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06360" imgH="927000" progId="Equation.3">
                  <p:embed/>
                </p:oleObj>
              </mc:Choice>
              <mc:Fallback>
                <p:oleObj name="Equation" r:id="rId14" imgW="1206360" imgH="9270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00475"/>
                        <a:ext cx="180975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26">
            <a:extLst>
              <a:ext uri="{FF2B5EF4-FFF2-40B4-BE49-F238E27FC236}">
                <a16:creationId xmlns:a16="http://schemas.microsoft.com/office/drawing/2014/main" id="{941A1561-CA0A-A1C9-0D87-2F7A0194B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5715000"/>
          <a:ext cx="42672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44720" imgH="482400" progId="Equation.3">
                  <p:embed/>
                </p:oleObj>
              </mc:Choice>
              <mc:Fallback>
                <p:oleObj name="Equation" r:id="rId16" imgW="2844720" imgH="4824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715000"/>
                        <a:ext cx="42672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ACE7C068-2928-5EDA-FF8D-CD16401BA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873500"/>
          <a:ext cx="12192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736560" progId="Equation.3">
                  <p:embed/>
                </p:oleObj>
              </mc:Choice>
              <mc:Fallback>
                <p:oleObj name="Equation" r:id="rId2" imgW="812520" imgH="7365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73500"/>
                        <a:ext cx="121920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>
            <a:extLst>
              <a:ext uri="{FF2B5EF4-FFF2-40B4-BE49-F238E27FC236}">
                <a16:creationId xmlns:a16="http://schemas.microsoft.com/office/drawing/2014/main" id="{7BC0FA8D-C096-8755-032C-92BCC15014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1013" y="2262188"/>
          <a:ext cx="20955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203040" progId="Equation.3">
                  <p:embed/>
                </p:oleObj>
              </mc:Choice>
              <mc:Fallback>
                <p:oleObj name="Equation" r:id="rId4" imgW="13968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1013" y="2262188"/>
                        <a:ext cx="20955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>
            <a:extLst>
              <a:ext uri="{FF2B5EF4-FFF2-40B4-BE49-F238E27FC236}">
                <a16:creationId xmlns:a16="http://schemas.microsoft.com/office/drawing/2014/main" id="{D9C19AC3-FA2E-F2BF-E712-0B5CB437B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3325" y="2073275"/>
          <a:ext cx="2667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215640" progId="Equation.3">
                  <p:embed/>
                </p:oleObj>
              </mc:Choice>
              <mc:Fallback>
                <p:oleObj name="Equation" r:id="rId6" imgW="17748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2073275"/>
                        <a:ext cx="26670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>
            <a:extLst>
              <a:ext uri="{FF2B5EF4-FFF2-40B4-BE49-F238E27FC236}">
                <a16:creationId xmlns:a16="http://schemas.microsoft.com/office/drawing/2014/main" id="{B43752E0-800B-265E-42C1-B240956F4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0663" y="3321050"/>
          <a:ext cx="2476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0" imgH="215640" progId="Equation.3">
                  <p:embed/>
                </p:oleObj>
              </mc:Choice>
              <mc:Fallback>
                <p:oleObj name="Equation" r:id="rId8" imgW="16488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3" y="3321050"/>
                        <a:ext cx="2476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0" name="Line 6">
            <a:extLst>
              <a:ext uri="{FF2B5EF4-FFF2-40B4-BE49-F238E27FC236}">
                <a16:creationId xmlns:a16="http://schemas.microsoft.com/office/drawing/2014/main" id="{300BFDBD-FB6E-A171-3FE7-5A07D351A3F3}"/>
              </a:ext>
            </a:extLst>
          </p:cNvPr>
          <p:cNvSpPr>
            <a:spLocks noChangeShapeType="1"/>
          </p:cNvSpPr>
          <p:nvPr/>
        </p:nvSpPr>
        <p:spPr bwMode="auto">
          <a:xfrm rot="-60000">
            <a:off x="3643313" y="2362200"/>
            <a:ext cx="574675" cy="255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5381" name="Line 7">
            <a:extLst>
              <a:ext uri="{FF2B5EF4-FFF2-40B4-BE49-F238E27FC236}">
                <a16:creationId xmlns:a16="http://schemas.microsoft.com/office/drawing/2014/main" id="{72E7D07D-FEF2-DFF8-AADD-EF4F4FE4295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81638" y="3167063"/>
            <a:ext cx="655637" cy="276225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5382" name="Oval 8">
            <a:extLst>
              <a:ext uri="{FF2B5EF4-FFF2-40B4-BE49-F238E27FC236}">
                <a16:creationId xmlns:a16="http://schemas.microsoft.com/office/drawing/2014/main" id="{DAF68F13-A47D-A51E-BA69-9E6105A75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3081338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5366" name="Object 9">
            <a:extLst>
              <a:ext uri="{FF2B5EF4-FFF2-40B4-BE49-F238E27FC236}">
                <a16:creationId xmlns:a16="http://schemas.microsoft.com/office/drawing/2014/main" id="{22690F31-1D2A-E106-97C2-AB4A2849E7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3463" y="2470150"/>
          <a:ext cx="2857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253800" progId="Equation.3">
                  <p:embed/>
                </p:oleObj>
              </mc:Choice>
              <mc:Fallback>
                <p:oleObj name="Equation" r:id="rId10" imgW="190440" imgH="253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3" y="2470150"/>
                        <a:ext cx="2857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10">
            <a:extLst>
              <a:ext uri="{FF2B5EF4-FFF2-40B4-BE49-F238E27FC236}">
                <a16:creationId xmlns:a16="http://schemas.microsoft.com/office/drawing/2014/main" id="{CFD7E6B4-488A-C1D0-DB77-69C3AC426F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6413" y="2840038"/>
          <a:ext cx="19050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64880" progId="Equation.3">
                  <p:embed/>
                </p:oleObj>
              </mc:Choice>
              <mc:Fallback>
                <p:oleObj name="Equation" r:id="rId12" imgW="126720" imgH="164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6413" y="2840038"/>
                        <a:ext cx="19050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3" name="Rectangle 11">
            <a:extLst>
              <a:ext uri="{FF2B5EF4-FFF2-40B4-BE49-F238E27FC236}">
                <a16:creationId xmlns:a16="http://schemas.microsoft.com/office/drawing/2014/main" id="{85B9DB18-E394-93ED-4002-566D0BAE9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Vector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3. </a:t>
            </a:r>
            <a:r>
              <a:rPr lang="ko-KR" altLang="en-US" sz="1200" b="1">
                <a:latin typeface="바탕" panose="02030600000101010101" pitchFamily="18" charset="-127"/>
                <a:ea typeface="바탕" panose="02030600000101010101" pitchFamily="18" charset="-127"/>
              </a:rPr>
              <a:t>세 점으로 구성된 평면과 한 직선의 교차점 구하기</a:t>
            </a:r>
            <a:endParaRPr lang="ko-KR" altLang="en-US" sz="900"/>
          </a:p>
        </p:txBody>
      </p:sp>
      <p:graphicFrame>
        <p:nvGraphicFramePr>
          <p:cNvPr id="15368" name="Object 12">
            <a:extLst>
              <a:ext uri="{FF2B5EF4-FFF2-40B4-BE49-F238E27FC236}">
                <a16:creationId xmlns:a16="http://schemas.microsoft.com/office/drawing/2014/main" id="{44319F18-3D53-E779-F494-42B42D8E13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8513" y="3068638"/>
          <a:ext cx="2667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3">
                  <p:embed/>
                </p:oleObj>
              </mc:Choice>
              <mc:Fallback>
                <p:oleObj name="Equation" r:id="rId14" imgW="17748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3068638"/>
                        <a:ext cx="2667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4" name="Line 14">
            <a:extLst>
              <a:ext uri="{FF2B5EF4-FFF2-40B4-BE49-F238E27FC236}">
                <a16:creationId xmlns:a16="http://schemas.microsoft.com/office/drawing/2014/main" id="{E1470354-DFE0-C6DE-C652-E380F4F53C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71875" y="2343150"/>
            <a:ext cx="1862138" cy="800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15385" name="Oval 15">
            <a:extLst>
              <a:ext uri="{FF2B5EF4-FFF2-40B4-BE49-F238E27FC236}">
                <a16:creationId xmlns:a16="http://schemas.microsoft.com/office/drawing/2014/main" id="{45A39257-0437-D86F-D59F-90D9E7BE8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3225800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5386" name="Oval 16">
            <a:extLst>
              <a:ext uri="{FF2B5EF4-FFF2-40B4-BE49-F238E27FC236}">
                <a16:creationId xmlns:a16="http://schemas.microsoft.com/office/drawing/2014/main" id="{CD5CAF5F-A2D5-6933-8D2A-01B574F3E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788" y="3513138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5387" name="Oval 17">
            <a:extLst>
              <a:ext uri="{FF2B5EF4-FFF2-40B4-BE49-F238E27FC236}">
                <a16:creationId xmlns:a16="http://schemas.microsoft.com/office/drawing/2014/main" id="{3EA33384-DC1B-E567-C6D9-667D265D2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788" y="2433638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5388" name="Oval 18">
            <a:extLst>
              <a:ext uri="{FF2B5EF4-FFF2-40B4-BE49-F238E27FC236}">
                <a16:creationId xmlns:a16="http://schemas.microsoft.com/office/drawing/2014/main" id="{8F0B688D-B05E-D900-D70D-872C5811D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400" y="40894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5389" name="Oval 19">
            <a:extLst>
              <a:ext uri="{FF2B5EF4-FFF2-40B4-BE49-F238E27FC236}">
                <a16:creationId xmlns:a16="http://schemas.microsoft.com/office/drawing/2014/main" id="{12E85206-8502-2B03-A3FD-C7D71862C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2274888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5369" name="Object 20">
            <a:extLst>
              <a:ext uri="{FF2B5EF4-FFF2-40B4-BE49-F238E27FC236}">
                <a16:creationId xmlns:a16="http://schemas.microsoft.com/office/drawing/2014/main" id="{972FFD5F-503D-404B-CE30-B736BD14F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3175" y="3760788"/>
          <a:ext cx="190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0" imgH="215640" progId="Equation.3">
                  <p:embed/>
                </p:oleObj>
              </mc:Choice>
              <mc:Fallback>
                <p:oleObj name="Equation" r:id="rId16" imgW="126720" imgH="2156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5" y="3760788"/>
                        <a:ext cx="1905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21">
            <a:extLst>
              <a:ext uri="{FF2B5EF4-FFF2-40B4-BE49-F238E27FC236}">
                <a16:creationId xmlns:a16="http://schemas.microsoft.com/office/drawing/2014/main" id="{138D0494-0C5E-0B34-DCB3-4E793696C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3808413"/>
          <a:ext cx="1905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3">
                  <p:embed/>
                </p:oleObj>
              </mc:Choice>
              <mc:Fallback>
                <p:oleObj name="Equation" r:id="rId18" imgW="126720" imgH="1774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3808413"/>
                        <a:ext cx="19050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90" name="Line 22">
            <a:extLst>
              <a:ext uri="{FF2B5EF4-FFF2-40B4-BE49-F238E27FC236}">
                <a16:creationId xmlns:a16="http://schemas.microsoft.com/office/drawing/2014/main" id="{CEFD7ED4-1716-B467-1399-4A6E570DB3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62475" y="3736975"/>
            <a:ext cx="241300" cy="241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15371" name="Object 25">
            <a:extLst>
              <a:ext uri="{FF2B5EF4-FFF2-40B4-BE49-F238E27FC236}">
                <a16:creationId xmlns:a16="http://schemas.microsoft.com/office/drawing/2014/main" id="{4D223266-2DDD-510D-D6DA-560120F512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5424488"/>
          <a:ext cx="25146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76160" imgH="482400" progId="Equation.3">
                  <p:embed/>
                </p:oleObj>
              </mc:Choice>
              <mc:Fallback>
                <p:oleObj name="Equation" r:id="rId20" imgW="1676160" imgH="4824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424488"/>
                        <a:ext cx="251460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Object 26">
            <a:extLst>
              <a:ext uri="{FF2B5EF4-FFF2-40B4-BE49-F238E27FC236}">
                <a16:creationId xmlns:a16="http://schemas.microsoft.com/office/drawing/2014/main" id="{B94A6CE5-7231-B382-8BF1-1C36539369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7053263"/>
          <a:ext cx="25146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76160" imgH="558720" progId="Equation.3">
                  <p:embed/>
                </p:oleObj>
              </mc:Choice>
              <mc:Fallback>
                <p:oleObj name="Equation" r:id="rId22" imgW="1676160" imgH="55872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7053263"/>
                        <a:ext cx="251460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27">
            <a:extLst>
              <a:ext uri="{FF2B5EF4-FFF2-40B4-BE49-F238E27FC236}">
                <a16:creationId xmlns:a16="http://schemas.microsoft.com/office/drawing/2014/main" id="{A1E88662-D65E-BB65-BFF1-22A970C765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6299200"/>
          <a:ext cx="2209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73120" imgH="457200" progId="Equation.3">
                  <p:embed/>
                </p:oleObj>
              </mc:Choice>
              <mc:Fallback>
                <p:oleObj name="Equation" r:id="rId24" imgW="1473120" imgH="4572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6299200"/>
                        <a:ext cx="22098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28">
            <a:extLst>
              <a:ext uri="{FF2B5EF4-FFF2-40B4-BE49-F238E27FC236}">
                <a16:creationId xmlns:a16="http://schemas.microsoft.com/office/drawing/2014/main" id="{21451F8C-6FD0-4046-F69A-1311432EC5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2850" y="5443538"/>
          <a:ext cx="22669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11280" imgH="457200" progId="Equation.3">
                  <p:embed/>
                </p:oleObj>
              </mc:Choice>
              <mc:Fallback>
                <p:oleObj name="Equation" r:id="rId26" imgW="1511280" imgH="457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5443538"/>
                        <a:ext cx="22669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Object 29">
            <a:extLst>
              <a:ext uri="{FF2B5EF4-FFF2-40B4-BE49-F238E27FC236}">
                <a16:creationId xmlns:a16="http://schemas.microsoft.com/office/drawing/2014/main" id="{C794467A-5227-B073-2812-3F7DE336E4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722563"/>
          <a:ext cx="8953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96880" imgH="507960" progId="Equation.3">
                  <p:embed/>
                </p:oleObj>
              </mc:Choice>
              <mc:Fallback>
                <p:oleObj name="Equation" r:id="rId28" imgW="596880" imgH="5079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722563"/>
                        <a:ext cx="8953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6" name="Object 30">
            <a:extLst>
              <a:ext uri="{FF2B5EF4-FFF2-40B4-BE49-F238E27FC236}">
                <a16:creationId xmlns:a16="http://schemas.microsoft.com/office/drawing/2014/main" id="{64CC9F5F-A74F-E1FF-C5C5-31B7F59377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2850" y="6299200"/>
          <a:ext cx="2400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600200" imgH="457200" progId="Equation.3">
                  <p:embed/>
                </p:oleObj>
              </mc:Choice>
              <mc:Fallback>
                <p:oleObj name="Equation" r:id="rId30" imgW="1600200" imgH="4572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6299200"/>
                        <a:ext cx="24003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31">
            <a:extLst>
              <a:ext uri="{FF2B5EF4-FFF2-40B4-BE49-F238E27FC236}">
                <a16:creationId xmlns:a16="http://schemas.microsoft.com/office/drawing/2014/main" id="{DED40902-C2CD-067E-FA1E-4C35EB43A3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2850" y="7132638"/>
          <a:ext cx="2628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752480" imgH="457200" progId="Equation.3">
                  <p:embed/>
                </p:oleObj>
              </mc:Choice>
              <mc:Fallback>
                <p:oleObj name="Equation" r:id="rId32" imgW="1752480" imgH="4572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7132638"/>
                        <a:ext cx="26289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32">
            <a:extLst>
              <a:ext uri="{FF2B5EF4-FFF2-40B4-BE49-F238E27FC236}">
                <a16:creationId xmlns:a16="http://schemas.microsoft.com/office/drawing/2014/main" id="{6B6D1189-FF9B-5B97-C754-46DC2B8729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8320088"/>
          <a:ext cx="37147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476440" imgH="660240" progId="Equation.3">
                  <p:embed/>
                </p:oleObj>
              </mc:Choice>
              <mc:Fallback>
                <p:oleObj name="Equation" r:id="rId34" imgW="2476440" imgH="6602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8320088"/>
                        <a:ext cx="371475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91" name="AutoShape 33">
            <a:extLst>
              <a:ext uri="{FF2B5EF4-FFF2-40B4-BE49-F238E27FC236}">
                <a16:creationId xmlns:a16="http://schemas.microsoft.com/office/drawing/2014/main" id="{863573F6-0052-21B0-17DC-B7BFD0B2C38F}"/>
              </a:ext>
            </a:extLst>
          </p:cNvPr>
          <p:cNvSpPr>
            <a:spLocks noChangeArrowheads="1"/>
          </p:cNvSpPr>
          <p:nvPr/>
        </p:nvSpPr>
        <p:spPr bwMode="auto">
          <a:xfrm rot="8100000">
            <a:off x="3789363" y="2289175"/>
            <a:ext cx="2508250" cy="1631950"/>
          </a:xfrm>
          <a:custGeom>
            <a:avLst/>
            <a:gdLst>
              <a:gd name="T0" fmla="*/ 267599406 w 21600"/>
              <a:gd name="T1" fmla="*/ 61649552 h 21600"/>
              <a:gd name="T2" fmla="*/ 145632368 w 21600"/>
              <a:gd name="T3" fmla="*/ 123299104 h 21600"/>
              <a:gd name="T4" fmla="*/ 23665221 w 21600"/>
              <a:gd name="T5" fmla="*/ 61649552 h 21600"/>
              <a:gd name="T6" fmla="*/ 14563236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555 w 21600"/>
              <a:gd name="T13" fmla="*/ 3555 h 21600"/>
              <a:gd name="T14" fmla="*/ 18045 w 21600"/>
              <a:gd name="T15" fmla="*/ 1804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510" y="21600"/>
                </a:lnTo>
                <a:lnTo>
                  <a:pt x="18090" y="21600"/>
                </a:lnTo>
                <a:lnTo>
                  <a:pt x="21600" y="0"/>
                </a:lnTo>
                <a:close/>
              </a:path>
            </a:pathLst>
          </a:cu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15379" name="Object 34">
            <a:extLst>
              <a:ext uri="{FF2B5EF4-FFF2-40B4-BE49-F238E27FC236}">
                <a16:creationId xmlns:a16="http://schemas.microsoft.com/office/drawing/2014/main" id="{351CA648-00AB-0367-323D-D3458EA365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127250"/>
          <a:ext cx="22479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498320" imgH="253800" progId="Equation.3">
                  <p:embed/>
                </p:oleObj>
              </mc:Choice>
              <mc:Fallback>
                <p:oleObj name="Equation" r:id="rId36" imgW="1498320" imgH="2538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127250"/>
                        <a:ext cx="22479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4" name="Rectangle 2">
            <a:extLst>
              <a:ext uri="{FF2B5EF4-FFF2-40B4-BE49-F238E27FC236}">
                <a16:creationId xmlns:a16="http://schemas.microsoft.com/office/drawing/2014/main" id="{DCF487F8-C515-0681-124D-3C452AD68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Quaternion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1. </a:t>
            </a:r>
            <a:r>
              <a:rPr lang="ko-KR" altLang="en-US" sz="1200" b="1">
                <a:latin typeface="바탕" panose="02030600000101010101" pitchFamily="18" charset="-127"/>
                <a:ea typeface="바탕" panose="02030600000101010101" pitchFamily="18" charset="-127"/>
              </a:rPr>
              <a:t>회전</a:t>
            </a:r>
            <a:endParaRPr lang="ko-KR" altLang="en-US" sz="1200" b="1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algn="just" latinLnBrk="0"/>
            <a:r>
              <a: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ko-KR" altLang="en-US" sz="1200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다음 그림과 같은 점 </a:t>
            </a:r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p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(x, y, z)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가  크기가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1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인 </a:t>
            </a:r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n 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주위를 </a:t>
            </a:r>
            <a:r>
              <a:rPr lang="en-US" altLang="ko-KR" sz="900"/>
              <a:t>θ </a:t>
            </a:r>
            <a:r>
              <a:rPr lang="ko-KR" altLang="en-US" sz="900"/>
              <a:t>만큼 회전하는 </a:t>
            </a:r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p</a:t>
            </a:r>
            <a:r>
              <a:rPr lang="en-US" altLang="ko-KR" sz="1000" b="1">
                <a:latin typeface="Times New Roman" panose="02020603050405020304" pitchFamily="18" charset="0"/>
                <a:ea typeface="바탕" panose="02030600000101010101" pitchFamily="18" charset="-127"/>
              </a:rPr>
              <a:t>’</a:t>
            </a:r>
            <a:r>
              <a:rPr lang="en-US" altLang="ko-KR" sz="900"/>
              <a:t> </a:t>
            </a:r>
            <a:r>
              <a:rPr lang="ko-KR" altLang="en-US" sz="900"/>
              <a:t>경우를 생각해 보자</a:t>
            </a:r>
            <a:r>
              <a:rPr lang="en-US" altLang="ko-KR" sz="900"/>
              <a:t>.</a:t>
            </a:r>
          </a:p>
        </p:txBody>
      </p:sp>
      <p:grpSp>
        <p:nvGrpSpPr>
          <p:cNvPr id="16395" name="Group 29">
            <a:extLst>
              <a:ext uri="{FF2B5EF4-FFF2-40B4-BE49-F238E27FC236}">
                <a16:creationId xmlns:a16="http://schemas.microsoft.com/office/drawing/2014/main" id="{95AD2F77-B796-F6DE-783C-D512FA8BE1B4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981200"/>
            <a:ext cx="3011488" cy="3429000"/>
            <a:chOff x="528" y="2496"/>
            <a:chExt cx="2400" cy="2208"/>
          </a:xfrm>
        </p:grpSpPr>
        <p:sp>
          <p:nvSpPr>
            <p:cNvPr id="16396" name="Line 4">
              <a:extLst>
                <a:ext uri="{FF2B5EF4-FFF2-40B4-BE49-F238E27FC236}">
                  <a16:creationId xmlns:a16="http://schemas.microsoft.com/office/drawing/2014/main" id="{C9BD16B8-0487-428B-2786-6780F23970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2" y="3255"/>
              <a:ext cx="1852" cy="14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7" name="Line 6">
              <a:extLst>
                <a:ext uri="{FF2B5EF4-FFF2-40B4-BE49-F238E27FC236}">
                  <a16:creationId xmlns:a16="http://schemas.microsoft.com/office/drawing/2014/main" id="{E82E8CFD-FFCE-5980-117E-EE97DE9F3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" y="2496"/>
              <a:ext cx="608" cy="220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8" name="Line 5">
              <a:extLst>
                <a:ext uri="{FF2B5EF4-FFF2-40B4-BE49-F238E27FC236}">
                  <a16:creationId xmlns:a16="http://schemas.microsoft.com/office/drawing/2014/main" id="{C87C6065-9B21-B07C-2582-F1E02B9AD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2" y="4280"/>
              <a:ext cx="117" cy="4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9" name="Line 8">
              <a:extLst>
                <a:ext uri="{FF2B5EF4-FFF2-40B4-BE49-F238E27FC236}">
                  <a16:creationId xmlns:a16="http://schemas.microsoft.com/office/drawing/2014/main" id="{08654C7A-F89B-7000-5B24-9979E2005E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4" y="2900"/>
              <a:ext cx="1389" cy="34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0" name="Line 9">
              <a:extLst>
                <a:ext uri="{FF2B5EF4-FFF2-40B4-BE49-F238E27FC236}">
                  <a16:creationId xmlns:a16="http://schemas.microsoft.com/office/drawing/2014/main" id="{1AF70D48-88E5-1CB0-A5DE-29588031FE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2" y="2849"/>
              <a:ext cx="1235" cy="5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1" name="Line 10">
              <a:extLst>
                <a:ext uri="{FF2B5EF4-FFF2-40B4-BE49-F238E27FC236}">
                  <a16:creationId xmlns:a16="http://schemas.microsoft.com/office/drawing/2014/main" id="{1DBDB6A2-6518-BB43-651A-2BBDC7DBB1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2" y="2849"/>
              <a:ext cx="1775" cy="18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aphicFrame>
          <p:nvGraphicFramePr>
            <p:cNvPr id="16387" name="Object 14">
              <a:extLst>
                <a:ext uri="{FF2B5EF4-FFF2-40B4-BE49-F238E27FC236}">
                  <a16:creationId xmlns:a16="http://schemas.microsoft.com/office/drawing/2014/main" id="{B6723BA2-8907-DFA2-6C5E-2E20B21D1C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4066"/>
            <a:ext cx="24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6720" imgH="177480" progId="Equation.3">
                    <p:embed/>
                  </p:oleObj>
                </mc:Choice>
                <mc:Fallback>
                  <p:oleObj name="Equation" r:id="rId2" imgW="126720" imgH="1774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4066"/>
                          <a:ext cx="240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8" name="Object 15">
              <a:extLst>
                <a:ext uri="{FF2B5EF4-FFF2-40B4-BE49-F238E27FC236}">
                  <a16:creationId xmlns:a16="http://schemas.microsoft.com/office/drawing/2014/main" id="{D524DB3A-82BD-82E8-B6F2-6A277A794B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8" y="3122"/>
            <a:ext cx="24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203040" progId="Equation.3">
                    <p:embed/>
                  </p:oleObj>
                </mc:Choice>
                <mc:Fallback>
                  <p:oleObj name="Equation" r:id="rId4" imgW="126720" imgH="20304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3122"/>
                          <a:ext cx="240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9" name="Object 16">
              <a:extLst>
                <a:ext uri="{FF2B5EF4-FFF2-40B4-BE49-F238E27FC236}">
                  <a16:creationId xmlns:a16="http://schemas.microsoft.com/office/drawing/2014/main" id="{3F2FC51B-E7A7-217C-BFD3-38DCBEF834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44" y="2501"/>
            <a:ext cx="312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203040" progId="Equation.3">
                    <p:embed/>
                  </p:oleObj>
                </mc:Choice>
                <mc:Fallback>
                  <p:oleObj name="Equation" r:id="rId6" imgW="164880" imgH="20304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4" y="2501"/>
                          <a:ext cx="312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2" name="Arc 18">
              <a:extLst>
                <a:ext uri="{FF2B5EF4-FFF2-40B4-BE49-F238E27FC236}">
                  <a16:creationId xmlns:a16="http://schemas.microsoft.com/office/drawing/2014/main" id="{9E4DAB13-1DDC-B33E-2F4D-0D29DD3BD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2878"/>
              <a:ext cx="77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2 h 21600"/>
                <a:gd name="T4" fmla="*/ 0 w 2160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aphicFrame>
          <p:nvGraphicFramePr>
            <p:cNvPr id="16390" name="Object 20">
              <a:extLst>
                <a:ext uri="{FF2B5EF4-FFF2-40B4-BE49-F238E27FC236}">
                  <a16:creationId xmlns:a16="http://schemas.microsoft.com/office/drawing/2014/main" id="{EDA1EE73-4AED-117C-3AA8-5F8C261509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04" y="2886"/>
            <a:ext cx="17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77480" progId="Equation.3">
                    <p:embed/>
                  </p:oleObj>
                </mc:Choice>
                <mc:Fallback>
                  <p:oleObj name="Equation" r:id="rId8" imgW="126720" imgH="17748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4" y="2886"/>
                          <a:ext cx="17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3" name="Line 23">
              <a:extLst>
                <a:ext uri="{FF2B5EF4-FFF2-40B4-BE49-F238E27FC236}">
                  <a16:creationId xmlns:a16="http://schemas.microsoft.com/office/drawing/2014/main" id="{1208E49C-4492-DAFF-B0FA-477885294A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>
              <a:off x="1152" y="2904"/>
              <a:ext cx="432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aphicFrame>
          <p:nvGraphicFramePr>
            <p:cNvPr id="16391" name="Object 24">
              <a:extLst>
                <a:ext uri="{FF2B5EF4-FFF2-40B4-BE49-F238E27FC236}">
                  <a16:creationId xmlns:a16="http://schemas.microsoft.com/office/drawing/2014/main" id="{7B0BB735-2699-B9D2-4811-A04FB707DB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24" y="2910"/>
            <a:ext cx="19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1520" imgH="203040" progId="Equation.3">
                    <p:embed/>
                  </p:oleObj>
                </mc:Choice>
                <mc:Fallback>
                  <p:oleObj name="Equation" r:id="rId10" imgW="101520" imgH="2030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4" y="2910"/>
                          <a:ext cx="19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4" name="Line 25">
              <a:extLst>
                <a:ext uri="{FF2B5EF4-FFF2-40B4-BE49-F238E27FC236}">
                  <a16:creationId xmlns:a16="http://schemas.microsoft.com/office/drawing/2014/main" id="{BFED78B4-49E3-CDB8-8D58-3201E11FC4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4" y="2856"/>
              <a:ext cx="1296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aphicFrame>
          <p:nvGraphicFramePr>
            <p:cNvPr id="16392" name="Object 26">
              <a:extLst>
                <a:ext uri="{FF2B5EF4-FFF2-40B4-BE49-F238E27FC236}">
                  <a16:creationId xmlns:a16="http://schemas.microsoft.com/office/drawing/2014/main" id="{2F5B311A-469D-E42F-577A-7A164DDD8D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0" y="2592"/>
            <a:ext cx="27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203040" progId="Equation.3">
                    <p:embed/>
                  </p:oleObj>
                </mc:Choice>
                <mc:Fallback>
                  <p:oleObj name="Equation" r:id="rId12" imgW="177480" imgH="20304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0" y="2592"/>
                          <a:ext cx="270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5" name="Arc 27">
              <a:extLst>
                <a:ext uri="{FF2B5EF4-FFF2-40B4-BE49-F238E27FC236}">
                  <a16:creationId xmlns:a16="http://schemas.microsoft.com/office/drawing/2014/main" id="{404D9A5D-F372-BB64-2D9E-E5F7C424E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" y="4268"/>
              <a:ext cx="173" cy="184"/>
            </a:xfrm>
            <a:custGeom>
              <a:avLst/>
              <a:gdLst>
                <a:gd name="T0" fmla="*/ 0 w 21600"/>
                <a:gd name="T1" fmla="*/ 0 h 21600"/>
                <a:gd name="T2" fmla="*/ 1 w 21600"/>
                <a:gd name="T3" fmla="*/ 2 h 21600"/>
                <a:gd name="T4" fmla="*/ 0 w 2160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aphicFrame>
          <p:nvGraphicFramePr>
            <p:cNvPr id="16393" name="Object 28">
              <a:extLst>
                <a:ext uri="{FF2B5EF4-FFF2-40B4-BE49-F238E27FC236}">
                  <a16:creationId xmlns:a16="http://schemas.microsoft.com/office/drawing/2014/main" id="{743DF80E-C75B-FC03-DC86-A3BA3574A9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4" y="4153"/>
            <a:ext cx="188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680" imgH="139680" progId="Equation.3">
                    <p:embed/>
                  </p:oleObj>
                </mc:Choice>
                <mc:Fallback>
                  <p:oleObj name="Equation" r:id="rId14" imgW="139680" imgH="13968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4" y="4153"/>
                          <a:ext cx="188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86" name="Object 30">
            <a:extLst>
              <a:ext uri="{FF2B5EF4-FFF2-40B4-BE49-F238E27FC236}">
                <a16:creationId xmlns:a16="http://schemas.microsoft.com/office/drawing/2014/main" id="{0CF51876-0D32-E3B7-9CB5-4EDE7139A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6096000"/>
          <a:ext cx="3851275" cy="313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30240" imgH="2412720" progId="Equation.3">
                  <p:embed/>
                </p:oleObj>
              </mc:Choice>
              <mc:Fallback>
                <p:oleObj name="Equation" r:id="rId16" imgW="2730240" imgH="241272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6096000"/>
                        <a:ext cx="3851275" cy="313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Rectangle 2">
            <a:extLst>
              <a:ext uri="{FF2B5EF4-FFF2-40B4-BE49-F238E27FC236}">
                <a16:creationId xmlns:a16="http://schemas.microsoft.com/office/drawing/2014/main" id="{78AD937B-1598-2AEE-0A04-8BB920D19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2. </a:t>
            </a:r>
            <a:r>
              <a:rPr lang="en-US" altLang="ko-KR" sz="1200" b="1">
                <a:latin typeface="바탕" panose="02030600000101010101" pitchFamily="18" charset="-127"/>
                <a:ea typeface="바탕" panose="02030600000101010101" pitchFamily="18" charset="-127"/>
              </a:rPr>
              <a:t>Quaternion</a:t>
            </a:r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ko-KR" sz="1200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latinLnBrk="0"/>
            <a:endParaRPr lang="en-US" altLang="ko-KR" sz="1000"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latinLnBrk="0"/>
            <a:endParaRPr lang="en-US" altLang="ko-KR" sz="1000"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latinLnBrk="0"/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Quaternion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은  복소수의 연장이다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하나의 실수부와 좌표축의 덧셈으로 나타낸다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17416" name="Rectangle 71">
            <a:extLst>
              <a:ext uri="{FF2B5EF4-FFF2-40B4-BE49-F238E27FC236}">
                <a16:creationId xmlns:a16="http://schemas.microsoft.com/office/drawing/2014/main" id="{B6CE831E-1DFD-4B9B-70F7-8B1B66DCA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715000"/>
            <a:ext cx="57150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복소 공액과 크기는 복소수와 비슷하게 다음과 같이 정의한다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900"/>
          </a:p>
        </p:txBody>
      </p:sp>
      <p:sp>
        <p:nvSpPr>
          <p:cNvPr id="17417" name="Rectangle 75">
            <a:extLst>
              <a:ext uri="{FF2B5EF4-FFF2-40B4-BE49-F238E27FC236}">
                <a16:creationId xmlns:a16="http://schemas.microsoft.com/office/drawing/2014/main" id="{FA9A6277-5EE9-1ACB-521D-C8E150E0F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459663"/>
            <a:ext cx="5715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Quaternion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은 결합법칙은 성립하지만 교환법칙은 성립하지 않는다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.(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증명가능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</a:p>
        </p:txBody>
      </p:sp>
      <p:sp>
        <p:nvSpPr>
          <p:cNvPr id="17418" name="Rectangle 99">
            <a:extLst>
              <a:ext uri="{FF2B5EF4-FFF2-40B4-BE49-F238E27FC236}">
                <a16:creationId xmlns:a16="http://schemas.microsoft.com/office/drawing/2014/main" id="{1E9F1FCD-7B92-E574-37E0-7807CE949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67000"/>
            <a:ext cx="3517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좌표축 단위벡터들에 대해서 곱셈법칙은 다음으로 정의한다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17419" name="Rectangle 100">
            <a:extLst>
              <a:ext uri="{FF2B5EF4-FFF2-40B4-BE49-F238E27FC236}">
                <a16:creationId xmlns:a16="http://schemas.microsoft.com/office/drawing/2014/main" id="{322123FD-CE7A-1B86-85D1-97013BF28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267200"/>
            <a:ext cx="12303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곱셈은 다음과 같다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graphicFrame>
        <p:nvGraphicFramePr>
          <p:cNvPr id="17410" name="Object 103">
            <a:extLst>
              <a:ext uri="{FF2B5EF4-FFF2-40B4-BE49-F238E27FC236}">
                <a16:creationId xmlns:a16="http://schemas.microsoft.com/office/drawing/2014/main" id="{8D676341-E6B7-4C5F-727D-814529D98F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013" y="1377950"/>
          <a:ext cx="347821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3480" imgH="698400" progId="Equation.3">
                  <p:embed/>
                </p:oleObj>
              </mc:Choice>
              <mc:Fallback>
                <p:oleObj name="Equation" r:id="rId2" imgW="2463480" imgH="69840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1377950"/>
                        <a:ext cx="3478212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104">
            <a:extLst>
              <a:ext uri="{FF2B5EF4-FFF2-40B4-BE49-F238E27FC236}">
                <a16:creationId xmlns:a16="http://schemas.microsoft.com/office/drawing/2014/main" id="{7BED119C-673B-7498-0A3A-94A391F44D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013" y="4587875"/>
          <a:ext cx="3743325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54280" imgH="685800" progId="Equation.3">
                  <p:embed/>
                </p:oleObj>
              </mc:Choice>
              <mc:Fallback>
                <p:oleObj name="Equation" r:id="rId4" imgW="2654280" imgH="685800" progId="Equation.3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4587875"/>
                        <a:ext cx="3743325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105">
            <a:extLst>
              <a:ext uri="{FF2B5EF4-FFF2-40B4-BE49-F238E27FC236}">
                <a16:creationId xmlns:a16="http://schemas.microsoft.com/office/drawing/2014/main" id="{8FB98773-34A1-621E-9DED-D4626AE7C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013" y="2971800"/>
          <a:ext cx="27241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320" imgH="774360" progId="Equation.3">
                  <p:embed/>
                </p:oleObj>
              </mc:Choice>
              <mc:Fallback>
                <p:oleObj name="Equation" r:id="rId6" imgW="1930320" imgH="774360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2971800"/>
                        <a:ext cx="27241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107">
            <a:extLst>
              <a:ext uri="{FF2B5EF4-FFF2-40B4-BE49-F238E27FC236}">
                <a16:creationId xmlns:a16="http://schemas.microsoft.com/office/drawing/2014/main" id="{330B307D-E672-CE5A-594F-D45E90F01E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013" y="6024563"/>
          <a:ext cx="2973387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08160" imgH="812520" progId="Equation.3">
                  <p:embed/>
                </p:oleObj>
              </mc:Choice>
              <mc:Fallback>
                <p:oleObj name="Equation" r:id="rId8" imgW="2108160" imgH="812520" progId="Equation.3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6024563"/>
                        <a:ext cx="2973387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08">
            <a:extLst>
              <a:ext uri="{FF2B5EF4-FFF2-40B4-BE49-F238E27FC236}">
                <a16:creationId xmlns:a16="http://schemas.microsoft.com/office/drawing/2014/main" id="{914388F1-B33C-C8E5-5872-7376E2BCA0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013" y="7810500"/>
          <a:ext cx="3509962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89040" imgH="965160" progId="Equation.3">
                  <p:embed/>
                </p:oleObj>
              </mc:Choice>
              <mc:Fallback>
                <p:oleObj name="Equation" r:id="rId10" imgW="2489040" imgH="965160" progId="Equation.3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7810500"/>
                        <a:ext cx="3509962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F936A4F8-80C2-9DC9-CEF4-490582064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9600"/>
            <a:ext cx="5715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3. </a:t>
            </a:r>
            <a:r>
              <a:rPr lang="en-US" altLang="ko-KR" sz="1200" b="1">
                <a:latin typeface="바탕" panose="02030600000101010101" pitchFamily="18" charset="-127"/>
                <a:ea typeface="바탕" panose="02030600000101010101" pitchFamily="18" charset="-127"/>
              </a:rPr>
              <a:t>qPq-1 </a:t>
            </a:r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ko-KR" sz="1200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latinLnBrk="0"/>
            <a:endParaRPr lang="en-US" altLang="ko-KR" sz="1000"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latinLnBrk="0"/>
            <a:endParaRPr lang="en-US" altLang="ko-KR" sz="100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8436" name="Rectangle 31">
            <a:extLst>
              <a:ext uri="{FF2B5EF4-FFF2-40B4-BE49-F238E27FC236}">
                <a16:creationId xmlns:a16="http://schemas.microsoft.com/office/drawing/2014/main" id="{857C4E47-4165-4DE1-BDAF-C31276B18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257800"/>
            <a:ext cx="57150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체" panose="02030609000101010101" pitchFamily="17" charset="-127"/>
                <a:ea typeface="바탕체" panose="02030609000101010101" pitchFamily="17" charset="-127"/>
              </a:rPr>
              <a:t>앞에서 임의의 축에 대한 </a:t>
            </a:r>
            <a:r>
              <a:rPr lang="en-US" altLang="ko-KR" sz="1000">
                <a:latin typeface="바탕체" panose="02030609000101010101" pitchFamily="17" charset="-127"/>
                <a:ea typeface="바탕체" panose="02030609000101010101" pitchFamily="17" charset="-127"/>
              </a:rPr>
              <a:t>vector </a:t>
            </a:r>
            <a:r>
              <a:rPr lang="ko-KR" altLang="en-US" sz="1000">
                <a:latin typeface="바탕체" panose="02030609000101010101" pitchFamily="17" charset="-127"/>
                <a:ea typeface="바탕체" panose="02030609000101010101" pitchFamily="17" charset="-127"/>
              </a:rPr>
              <a:t>회전을 생각해 본다면</a:t>
            </a:r>
            <a:r>
              <a:rPr lang="ko-KR" altLang="en-US" sz="1000" b="1">
                <a:latin typeface="바탕체" panose="02030609000101010101" pitchFamily="17" charset="-127"/>
                <a:ea typeface="바탕체" panose="02030609000101010101" pitchFamily="17" charset="-127"/>
              </a:rPr>
              <a:t> </a:t>
            </a:r>
            <a:r>
              <a:rPr lang="en-US" altLang="ko-KR" sz="1000" b="1">
                <a:latin typeface="바탕체" panose="02030609000101010101" pitchFamily="17" charset="-127"/>
                <a:ea typeface="바탕체" panose="02030609000101010101" pitchFamily="17" charset="-127"/>
              </a:rPr>
              <a:t>qPq-1 </a:t>
            </a:r>
            <a:r>
              <a:rPr lang="ko-KR" altLang="en-US" sz="1000">
                <a:latin typeface="바탕체" panose="02030609000101010101" pitchFamily="17" charset="-127"/>
                <a:ea typeface="바탕체" panose="02030609000101010101" pitchFamily="17" charset="-127"/>
              </a:rPr>
              <a:t>는 </a:t>
            </a:r>
            <a:r>
              <a:rPr lang="en-US" altLang="ko-KR" sz="1000">
                <a:latin typeface="바탕체" panose="02030609000101010101" pitchFamily="17" charset="-127"/>
                <a:ea typeface="바탕체" panose="02030609000101010101" pitchFamily="17" charset="-127"/>
              </a:rPr>
              <a:t>quaternion q</a:t>
            </a:r>
            <a:r>
              <a:rPr lang="ko-KR" altLang="en-US" sz="1000">
                <a:latin typeface="바탕체" panose="02030609000101010101" pitchFamily="17" charset="-127"/>
                <a:ea typeface="바탕체" panose="02030609000101010101" pitchFamily="17" charset="-127"/>
              </a:rPr>
              <a:t>의 </a:t>
            </a:r>
            <a:r>
              <a:rPr lang="en-US" altLang="ko-KR" sz="1000">
                <a:latin typeface="바탕체" panose="02030609000101010101" pitchFamily="17" charset="-127"/>
                <a:ea typeface="바탕체" panose="02030609000101010101" pitchFamily="17" charset="-127"/>
              </a:rPr>
              <a:t>θ/2 </a:t>
            </a:r>
            <a:r>
              <a:rPr lang="ko-KR" altLang="en-US" sz="1000">
                <a:latin typeface="바탕체" panose="02030609000101010101" pitchFamily="17" charset="-127"/>
                <a:ea typeface="바탕체" panose="02030609000101010101" pitchFamily="17" charset="-127"/>
              </a:rPr>
              <a:t>일 경우 </a:t>
            </a:r>
            <a:r>
              <a:rPr lang="en-US" altLang="ko-KR" sz="1000">
                <a:latin typeface="바탕체" panose="02030609000101010101" pitchFamily="17" charset="-127"/>
                <a:ea typeface="바탕체" panose="02030609000101010101" pitchFamily="17" charset="-127"/>
              </a:rPr>
              <a:t>P</a:t>
            </a:r>
            <a:r>
              <a:rPr lang="ko-KR" altLang="en-US" sz="1000">
                <a:latin typeface="바탕체" panose="02030609000101010101" pitchFamily="17" charset="-127"/>
                <a:ea typeface="바탕체" panose="02030609000101010101" pitchFamily="17" charset="-127"/>
              </a:rPr>
              <a:t>를 </a:t>
            </a:r>
            <a:r>
              <a:rPr lang="en-US" altLang="ko-KR" sz="1000">
                <a:latin typeface="바탕체" panose="02030609000101010101" pitchFamily="17" charset="-127"/>
                <a:ea typeface="바탕체" panose="02030609000101010101" pitchFamily="17" charset="-127"/>
              </a:rPr>
              <a:t>θ </a:t>
            </a:r>
            <a:r>
              <a:rPr lang="ko-KR" altLang="en-US" sz="1000">
                <a:latin typeface="바탕체" panose="02030609000101010101" pitchFamily="17" charset="-127"/>
                <a:ea typeface="바탕체" panose="02030609000101010101" pitchFamily="17" charset="-127"/>
              </a:rPr>
              <a:t>회전한 결과와 동일하게 된다</a:t>
            </a:r>
            <a:r>
              <a:rPr lang="en-US" altLang="ko-KR" sz="1000"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</p:txBody>
      </p:sp>
      <p:graphicFrame>
        <p:nvGraphicFramePr>
          <p:cNvPr id="18434" name="Object 34">
            <a:extLst>
              <a:ext uri="{FF2B5EF4-FFF2-40B4-BE49-F238E27FC236}">
                <a16:creationId xmlns:a16="http://schemas.microsoft.com/office/drawing/2014/main" id="{F409F77A-A04E-FE04-038D-93F32E8ABF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143000"/>
          <a:ext cx="5178425" cy="373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70200" imgH="2869920" progId="Equation.3">
                  <p:embed/>
                </p:oleObj>
              </mc:Choice>
              <mc:Fallback>
                <p:oleObj name="Equation" r:id="rId2" imgW="3670200" imgH="286992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143000"/>
                        <a:ext cx="5178425" cy="373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7E395827-D9EB-26B2-D111-05EECC122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9600"/>
            <a:ext cx="5715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4. </a:t>
            </a:r>
            <a:r>
              <a:rPr lang="en-US" altLang="ko-KR" sz="1200" b="1">
                <a:latin typeface="바탕" panose="02030600000101010101" pitchFamily="18" charset="-127"/>
                <a:ea typeface="바탕" panose="02030600000101010101" pitchFamily="18" charset="-127"/>
              </a:rPr>
              <a:t>qPq-1 to matrix</a:t>
            </a:r>
            <a:endParaRPr lang="en-US" altLang="ko-KR" sz="1200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latinLnBrk="0"/>
            <a:endParaRPr lang="en-US" altLang="ko-KR" sz="1000"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latinLnBrk="0"/>
            <a:endParaRPr lang="en-US" altLang="ko-KR" sz="100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graphicFrame>
        <p:nvGraphicFramePr>
          <p:cNvPr id="19458" name="Object 4">
            <a:extLst>
              <a:ext uri="{FF2B5EF4-FFF2-40B4-BE49-F238E27FC236}">
                <a16:creationId xmlns:a16="http://schemas.microsoft.com/office/drawing/2014/main" id="{48949185-F468-CFBE-3B8E-78202558E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175" y="1087438"/>
          <a:ext cx="5305425" cy="781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59120" imgH="6006960" progId="Equation.3">
                  <p:embed/>
                </p:oleObj>
              </mc:Choice>
              <mc:Fallback>
                <p:oleObj name="Equation" r:id="rId2" imgW="3759120" imgH="6006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1087438"/>
                        <a:ext cx="5305425" cy="781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" name="Rectangle 2">
            <a:extLst>
              <a:ext uri="{FF2B5EF4-FFF2-40B4-BE49-F238E27FC236}">
                <a16:creationId xmlns:a16="http://schemas.microsoft.com/office/drawing/2014/main" id="{BBD188B7-D4A6-F0A2-6897-9C18C9B68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4. </a:t>
            </a:r>
            <a:r>
              <a:rPr lang="en-US" altLang="ko-KR" sz="1200" b="1">
                <a:latin typeface="바탕" panose="02030600000101010101" pitchFamily="18" charset="-127"/>
                <a:ea typeface="바탕" panose="02030600000101010101" pitchFamily="18" charset="-127"/>
              </a:rPr>
              <a:t>Interpolation</a:t>
            </a:r>
            <a:endParaRPr lang="en-US" altLang="ko-KR" sz="1200" b="1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algn="just" latinLnBrk="0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ko-KR" sz="1200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다음과 같이 </a:t>
            </a:r>
            <a:r>
              <a:rPr lang="en-US" altLang="ko-KR" sz="1000" b="1">
                <a:latin typeface="바탕" panose="02030600000101010101" pitchFamily="18" charset="-127"/>
                <a:ea typeface="바탕" panose="02030600000101010101" pitchFamily="18" charset="-127"/>
              </a:rPr>
              <a:t>p</a:t>
            </a:r>
            <a:r>
              <a:rPr lang="en-US" altLang="ko-KR" sz="1000" b="1" baseline="-25000">
                <a:latin typeface="바탕" panose="02030600000101010101" pitchFamily="18" charset="-127"/>
                <a:ea typeface="바탕" panose="02030600000101010101" pitchFamily="18" charset="-127"/>
              </a:rPr>
              <a:t>i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(x, y, z)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가 </a:t>
            </a:r>
            <a:r>
              <a:rPr lang="en-US" altLang="ko-KR" sz="900"/>
              <a:t>θ </a:t>
            </a:r>
            <a:r>
              <a:rPr lang="ko-KR" altLang="en-US" sz="900"/>
              <a:t>만큼 회전하는 경우에 대해서 각도에 대한 </a:t>
            </a:r>
            <a:r>
              <a:rPr lang="en-US" altLang="ko-KR" sz="900"/>
              <a:t>linear interpolation </a:t>
            </a:r>
            <a:r>
              <a:rPr lang="ko-KR" altLang="en-US" sz="900"/>
              <a:t>을 해보자</a:t>
            </a:r>
            <a:r>
              <a:rPr lang="en-US" altLang="ko-KR" sz="900"/>
              <a:t>.</a:t>
            </a:r>
          </a:p>
        </p:txBody>
      </p:sp>
      <p:graphicFrame>
        <p:nvGraphicFramePr>
          <p:cNvPr id="20482" name="Object 12">
            <a:extLst>
              <a:ext uri="{FF2B5EF4-FFF2-40B4-BE49-F238E27FC236}">
                <a16:creationId xmlns:a16="http://schemas.microsoft.com/office/drawing/2014/main" id="{DB0B182D-2B31-511D-248F-C01AF7034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4675" y="1509713"/>
          <a:ext cx="4222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480" imgH="215640" progId="Equation.3">
                  <p:embed/>
                </p:oleObj>
              </mc:Choice>
              <mc:Fallback>
                <p:oleObj name="Equation" r:id="rId2" imgW="177480" imgH="215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1509713"/>
                        <a:ext cx="4222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Line 4">
            <a:extLst>
              <a:ext uri="{FF2B5EF4-FFF2-40B4-BE49-F238E27FC236}">
                <a16:creationId xmlns:a16="http://schemas.microsoft.com/office/drawing/2014/main" id="{CBB5B6AB-DE94-DD60-A9EC-598C6B4A7F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65275" y="3998913"/>
            <a:ext cx="232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0483" name="Object 5">
            <a:extLst>
              <a:ext uri="{FF2B5EF4-FFF2-40B4-BE49-F238E27FC236}">
                <a16:creationId xmlns:a16="http://schemas.microsoft.com/office/drawing/2014/main" id="{CBA42299-F476-6637-B2DE-056A01AC2D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1300" y="3776663"/>
          <a:ext cx="3619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15640" progId="Equation.3">
                  <p:embed/>
                </p:oleObj>
              </mc:Choice>
              <mc:Fallback>
                <p:oleObj name="Equation" r:id="rId4" imgW="15228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3776663"/>
                        <a:ext cx="3619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6">
            <a:extLst>
              <a:ext uri="{FF2B5EF4-FFF2-40B4-BE49-F238E27FC236}">
                <a16:creationId xmlns:a16="http://schemas.microsoft.com/office/drawing/2014/main" id="{0997F1C2-816F-7DA4-EEA1-213453C6FA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2514600"/>
          <a:ext cx="3016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203040" progId="Equation.3">
                  <p:embed/>
                </p:oleObj>
              </mc:Choice>
              <mc:Fallback>
                <p:oleObj name="Equation" r:id="rId6" imgW="12672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514600"/>
                        <a:ext cx="30162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Arc 7">
            <a:extLst>
              <a:ext uri="{FF2B5EF4-FFF2-40B4-BE49-F238E27FC236}">
                <a16:creationId xmlns:a16="http://schemas.microsoft.com/office/drawing/2014/main" id="{46A9FA32-14B1-79FA-FB04-8420309BD97D}"/>
              </a:ext>
            </a:extLst>
          </p:cNvPr>
          <p:cNvSpPr>
            <a:spLocks/>
          </p:cNvSpPr>
          <p:nvPr/>
        </p:nvSpPr>
        <p:spPr bwMode="auto">
          <a:xfrm>
            <a:off x="2235200" y="1819275"/>
            <a:ext cx="1649413" cy="2195513"/>
          </a:xfrm>
          <a:custGeom>
            <a:avLst/>
            <a:gdLst>
              <a:gd name="T0" fmla="*/ 13184155 w 21600"/>
              <a:gd name="T1" fmla="*/ 0 h 21481"/>
              <a:gd name="T2" fmla="*/ 125951995 w 21600"/>
              <a:gd name="T3" fmla="*/ 223885315 h 21481"/>
              <a:gd name="T4" fmla="*/ 0 w 21600"/>
              <a:gd name="T5" fmla="*/ 224397169 h 21481"/>
              <a:gd name="T6" fmla="*/ 0 60000 65536"/>
              <a:gd name="T7" fmla="*/ 0 60000 65536"/>
              <a:gd name="T8" fmla="*/ 0 60000 65536"/>
              <a:gd name="T9" fmla="*/ 0 w 21600"/>
              <a:gd name="T10" fmla="*/ 0 h 21481"/>
              <a:gd name="T11" fmla="*/ 21600 w 21600"/>
              <a:gd name="T12" fmla="*/ 21481 h 214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481" fill="none" extrusionOk="0">
                <a:moveTo>
                  <a:pt x="2261" y="-1"/>
                </a:moveTo>
                <a:cubicBezTo>
                  <a:pt x="13235" y="1154"/>
                  <a:pt x="21574" y="10396"/>
                  <a:pt x="21599" y="21432"/>
                </a:cubicBezTo>
              </a:path>
              <a:path w="21600" h="21481" stroke="0" extrusionOk="0">
                <a:moveTo>
                  <a:pt x="2261" y="-1"/>
                </a:moveTo>
                <a:cubicBezTo>
                  <a:pt x="13235" y="1154"/>
                  <a:pt x="21574" y="10396"/>
                  <a:pt x="21599" y="21432"/>
                </a:cubicBezTo>
                <a:lnTo>
                  <a:pt x="0" y="21481"/>
                </a:lnTo>
                <a:close/>
              </a:path>
            </a:pathLst>
          </a:cu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0493" name="Arc 9">
            <a:extLst>
              <a:ext uri="{FF2B5EF4-FFF2-40B4-BE49-F238E27FC236}">
                <a16:creationId xmlns:a16="http://schemas.microsoft.com/office/drawing/2014/main" id="{2A0DB7DB-0E52-0D6A-D951-8C6C9D14E857}"/>
              </a:ext>
            </a:extLst>
          </p:cNvPr>
          <p:cNvSpPr>
            <a:spLocks/>
          </p:cNvSpPr>
          <p:nvPr/>
        </p:nvSpPr>
        <p:spPr bwMode="auto">
          <a:xfrm>
            <a:off x="1676400" y="3733800"/>
            <a:ext cx="217488" cy="285750"/>
          </a:xfrm>
          <a:custGeom>
            <a:avLst/>
            <a:gdLst>
              <a:gd name="T0" fmla="*/ 0 w 21600"/>
              <a:gd name="T1" fmla="*/ 0 h 21600"/>
              <a:gd name="T2" fmla="*/ 2189862 w 21600"/>
              <a:gd name="T3" fmla="*/ 3780235 h 21600"/>
              <a:gd name="T4" fmla="*/ 0 w 21600"/>
              <a:gd name="T5" fmla="*/ 3780235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0494" name="Line 10">
            <a:extLst>
              <a:ext uri="{FF2B5EF4-FFF2-40B4-BE49-F238E27FC236}">
                <a16:creationId xmlns:a16="http://schemas.microsoft.com/office/drawing/2014/main" id="{DB5E6925-73FB-75FB-6620-CAFC2F304CC3}"/>
              </a:ext>
            </a:extLst>
          </p:cNvPr>
          <p:cNvSpPr>
            <a:spLocks noChangeShapeType="1"/>
          </p:cNvSpPr>
          <p:nvPr/>
        </p:nvSpPr>
        <p:spPr bwMode="auto">
          <a:xfrm rot="17400000" flipV="1">
            <a:off x="819150" y="2914650"/>
            <a:ext cx="232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95" name="Line 11">
            <a:extLst>
              <a:ext uri="{FF2B5EF4-FFF2-40B4-BE49-F238E27FC236}">
                <a16:creationId xmlns:a16="http://schemas.microsoft.com/office/drawing/2014/main" id="{1FA6F8E8-0818-18A7-D7C4-CDA6E1F399CB}"/>
              </a:ext>
            </a:extLst>
          </p:cNvPr>
          <p:cNvSpPr>
            <a:spLocks noChangeShapeType="1"/>
          </p:cNvSpPr>
          <p:nvPr/>
        </p:nvSpPr>
        <p:spPr bwMode="auto">
          <a:xfrm rot="19800000" flipV="1">
            <a:off x="1422400" y="3416300"/>
            <a:ext cx="232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96" name="Arc 13">
            <a:extLst>
              <a:ext uri="{FF2B5EF4-FFF2-40B4-BE49-F238E27FC236}">
                <a16:creationId xmlns:a16="http://schemas.microsoft.com/office/drawing/2014/main" id="{2BF810BC-68BD-CC9A-F23F-1D06ECD2C397}"/>
              </a:ext>
            </a:extLst>
          </p:cNvPr>
          <p:cNvSpPr>
            <a:spLocks/>
          </p:cNvSpPr>
          <p:nvPr/>
        </p:nvSpPr>
        <p:spPr bwMode="auto">
          <a:xfrm>
            <a:off x="1752600" y="3171825"/>
            <a:ext cx="457200" cy="411163"/>
          </a:xfrm>
          <a:custGeom>
            <a:avLst/>
            <a:gdLst>
              <a:gd name="T0" fmla="*/ 2992374 w 21600"/>
              <a:gd name="T1" fmla="*/ 0 h 20541"/>
              <a:gd name="T2" fmla="*/ 9677399 w 21600"/>
              <a:gd name="T3" fmla="*/ 8230125 h 20541"/>
              <a:gd name="T4" fmla="*/ 0 w 21600"/>
              <a:gd name="T5" fmla="*/ 8230125 h 20541"/>
              <a:gd name="T6" fmla="*/ 0 60000 65536"/>
              <a:gd name="T7" fmla="*/ 0 60000 65536"/>
              <a:gd name="T8" fmla="*/ 0 60000 65536"/>
              <a:gd name="T9" fmla="*/ 0 w 21600"/>
              <a:gd name="T10" fmla="*/ 0 h 20541"/>
              <a:gd name="T11" fmla="*/ 21600 w 21600"/>
              <a:gd name="T12" fmla="*/ 20541 h 205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541" fill="none" extrusionOk="0">
                <a:moveTo>
                  <a:pt x="6679" y="-1"/>
                </a:moveTo>
                <a:cubicBezTo>
                  <a:pt x="15576" y="2892"/>
                  <a:pt x="21600" y="11185"/>
                  <a:pt x="21600" y="20541"/>
                </a:cubicBezTo>
              </a:path>
              <a:path w="21600" h="20541" stroke="0" extrusionOk="0">
                <a:moveTo>
                  <a:pt x="6679" y="-1"/>
                </a:moveTo>
                <a:cubicBezTo>
                  <a:pt x="15576" y="2892"/>
                  <a:pt x="21600" y="11185"/>
                  <a:pt x="21600" y="20541"/>
                </a:cubicBezTo>
                <a:lnTo>
                  <a:pt x="0" y="2054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/>
          </a:p>
        </p:txBody>
      </p:sp>
      <p:graphicFrame>
        <p:nvGraphicFramePr>
          <p:cNvPr id="20485" name="Object 14">
            <a:extLst>
              <a:ext uri="{FF2B5EF4-FFF2-40B4-BE49-F238E27FC236}">
                <a16:creationId xmlns:a16="http://schemas.microsoft.com/office/drawing/2014/main" id="{557E631E-09CA-58A8-9907-10CA745E8A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3163" y="3590925"/>
          <a:ext cx="300037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177480" progId="Equation.3">
                  <p:embed/>
                </p:oleObj>
              </mc:Choice>
              <mc:Fallback>
                <p:oleObj name="Equation" r:id="rId8" imgW="177480" imgH="177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3" y="3590925"/>
                        <a:ext cx="300037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5">
            <a:extLst>
              <a:ext uri="{FF2B5EF4-FFF2-40B4-BE49-F238E27FC236}">
                <a16:creationId xmlns:a16="http://schemas.microsoft.com/office/drawing/2014/main" id="{BB2E2467-BEC1-7D6C-7082-A34279FB54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3438" y="2895600"/>
          <a:ext cx="7921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9800" imgH="203040" progId="Equation.3">
                  <p:embed/>
                </p:oleObj>
              </mc:Choice>
              <mc:Fallback>
                <p:oleObj name="Equation" r:id="rId10" imgW="46980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8" y="2895600"/>
                        <a:ext cx="7921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7" name="Arc 16">
            <a:extLst>
              <a:ext uri="{FF2B5EF4-FFF2-40B4-BE49-F238E27FC236}">
                <a16:creationId xmlns:a16="http://schemas.microsoft.com/office/drawing/2014/main" id="{B53FEF54-C3FD-1006-1F06-DA156D506080}"/>
              </a:ext>
            </a:extLst>
          </p:cNvPr>
          <p:cNvSpPr>
            <a:spLocks/>
          </p:cNvSpPr>
          <p:nvPr/>
        </p:nvSpPr>
        <p:spPr bwMode="auto">
          <a:xfrm>
            <a:off x="2133600" y="3657600"/>
            <a:ext cx="152400" cy="334963"/>
          </a:xfrm>
          <a:custGeom>
            <a:avLst/>
            <a:gdLst>
              <a:gd name="T0" fmla="*/ 332486 w 21600"/>
              <a:gd name="T1" fmla="*/ 0 h 20541"/>
              <a:gd name="T2" fmla="*/ 1075267 w 21600"/>
              <a:gd name="T3" fmla="*/ 5462256 h 20541"/>
              <a:gd name="T4" fmla="*/ 0 w 21600"/>
              <a:gd name="T5" fmla="*/ 5462256 h 20541"/>
              <a:gd name="T6" fmla="*/ 0 60000 65536"/>
              <a:gd name="T7" fmla="*/ 0 60000 65536"/>
              <a:gd name="T8" fmla="*/ 0 60000 65536"/>
              <a:gd name="T9" fmla="*/ 0 w 21600"/>
              <a:gd name="T10" fmla="*/ 0 h 20541"/>
              <a:gd name="T11" fmla="*/ 21600 w 21600"/>
              <a:gd name="T12" fmla="*/ 20541 h 205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541" fill="none" extrusionOk="0">
                <a:moveTo>
                  <a:pt x="6679" y="-1"/>
                </a:moveTo>
                <a:cubicBezTo>
                  <a:pt x="15576" y="2892"/>
                  <a:pt x="21600" y="11185"/>
                  <a:pt x="21600" y="20541"/>
                </a:cubicBezTo>
              </a:path>
              <a:path w="21600" h="20541" stroke="0" extrusionOk="0">
                <a:moveTo>
                  <a:pt x="6679" y="-1"/>
                </a:moveTo>
                <a:cubicBezTo>
                  <a:pt x="15576" y="2892"/>
                  <a:pt x="21600" y="11185"/>
                  <a:pt x="21600" y="20541"/>
                </a:cubicBezTo>
                <a:lnTo>
                  <a:pt x="0" y="2054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/>
          </a:p>
        </p:txBody>
      </p:sp>
      <p:graphicFrame>
        <p:nvGraphicFramePr>
          <p:cNvPr id="20487" name="Object 17">
            <a:extLst>
              <a:ext uri="{FF2B5EF4-FFF2-40B4-BE49-F238E27FC236}">
                <a16:creationId xmlns:a16="http://schemas.microsoft.com/office/drawing/2014/main" id="{F9372538-7F40-6FAC-95E7-DDC39E31C0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2250" y="4330700"/>
          <a:ext cx="3152775" cy="320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34880" imgH="2463480" progId="Equation.3">
                  <p:embed/>
                </p:oleObj>
              </mc:Choice>
              <mc:Fallback>
                <p:oleObj name="Equation" r:id="rId12" imgW="2234880" imgH="2463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4330700"/>
                        <a:ext cx="3152775" cy="320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Rectangle 18">
            <a:extLst>
              <a:ext uri="{FF2B5EF4-FFF2-40B4-BE49-F238E27FC236}">
                <a16:creationId xmlns:a16="http://schemas.microsoft.com/office/drawing/2014/main" id="{E29CBA54-D906-89C8-1E5B-354B3F888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7543800"/>
            <a:ext cx="57150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900"/>
              <a:t>θ ~ 0 </a:t>
            </a:r>
            <a:r>
              <a:rPr lang="ko-KR" altLang="en-US" sz="900"/>
              <a:t>인 경우</a:t>
            </a:r>
            <a:r>
              <a:rPr lang="en-US" altLang="ko-KR" sz="900">
                <a:latin typeface="Times New Roman" panose="02020603050405020304" pitchFamily="18" charset="0"/>
              </a:rPr>
              <a:t>…</a:t>
            </a:r>
            <a:endParaRPr lang="en-US" altLang="ko-KR" sz="900"/>
          </a:p>
        </p:txBody>
      </p:sp>
      <p:graphicFrame>
        <p:nvGraphicFramePr>
          <p:cNvPr id="20488" name="Object 19">
            <a:extLst>
              <a:ext uri="{FF2B5EF4-FFF2-40B4-BE49-F238E27FC236}">
                <a16:creationId xmlns:a16="http://schemas.microsoft.com/office/drawing/2014/main" id="{30030299-B8EC-DFA5-C578-B8CCC993BD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7802563"/>
          <a:ext cx="345757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50880" imgH="660240" progId="Equation.3">
                  <p:embed/>
                </p:oleObj>
              </mc:Choice>
              <mc:Fallback>
                <p:oleObj name="Equation" r:id="rId14" imgW="2450880" imgH="6602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7802563"/>
                        <a:ext cx="3457575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Rectangle 21">
            <a:extLst>
              <a:ext uri="{FF2B5EF4-FFF2-40B4-BE49-F238E27FC236}">
                <a16:creationId xmlns:a16="http://schemas.microsoft.com/office/drawing/2014/main" id="{223F308A-3A78-4BCB-7552-E0782417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839200"/>
            <a:ext cx="57150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ko-KR" altLang="en-US" sz="900"/>
              <a:t>이 되어 </a:t>
            </a:r>
            <a:r>
              <a:rPr lang="en-US" altLang="ko-KR" sz="900"/>
              <a:t>Vector</a:t>
            </a:r>
            <a:r>
              <a:rPr lang="ko-KR" altLang="en-US" sz="900"/>
              <a:t>의 </a:t>
            </a:r>
            <a:r>
              <a:rPr lang="en-US" altLang="ko-KR" sz="900"/>
              <a:t>linear interpolation</a:t>
            </a:r>
            <a:r>
              <a:rPr lang="ko-KR" altLang="en-US" sz="900"/>
              <a:t>이 된다</a:t>
            </a:r>
            <a:r>
              <a:rPr lang="en-US" altLang="ko-KR" sz="900"/>
              <a:t>.</a:t>
            </a:r>
          </a:p>
        </p:txBody>
      </p:sp>
      <p:graphicFrame>
        <p:nvGraphicFramePr>
          <p:cNvPr id="20489" name="Object 8">
            <a:extLst>
              <a:ext uri="{FF2B5EF4-FFF2-40B4-BE49-F238E27FC236}">
                <a16:creationId xmlns:a16="http://schemas.microsoft.com/office/drawing/2014/main" id="{B225BA0C-09CA-1E24-4B42-CA614FEC36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3581400"/>
          <a:ext cx="21431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0" imgH="177480" progId="Equation.3">
                  <p:embed/>
                </p:oleObj>
              </mc:Choice>
              <mc:Fallback>
                <p:oleObj name="Equation" r:id="rId16" imgW="126720" imgH="177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81400"/>
                        <a:ext cx="214313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C70437FC-7F14-EC66-AF19-5A947A2E99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525" y="5913438"/>
          <a:ext cx="253365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203040" progId="Equation.3">
                  <p:embed/>
                </p:oleObj>
              </mc:Choice>
              <mc:Fallback>
                <p:oleObj name="Equation" r:id="rId2" imgW="168876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5913438"/>
                        <a:ext cx="253365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Rectangle 3">
            <a:extLst>
              <a:ext uri="{FF2B5EF4-FFF2-40B4-BE49-F238E27FC236}">
                <a16:creationId xmlns:a16="http://schemas.microsoft.com/office/drawing/2014/main" id="{E64722C0-6485-306C-F778-BD41A60BB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Vector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4. </a:t>
            </a:r>
            <a:r>
              <a:rPr lang="en-US" altLang="ko-KR" sz="1200" b="1">
                <a:latin typeface="바탕" panose="02030600000101010101" pitchFamily="18" charset="-127"/>
                <a:ea typeface="바탕" panose="02030600000101010101" pitchFamily="18" charset="-127"/>
              </a:rPr>
              <a:t>Projection to screen.</a:t>
            </a:r>
            <a:endParaRPr lang="en-US" altLang="ko-KR" sz="1200" b="1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algn="just" latinLnBrk="0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ko-KR" sz="1200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latinLnBrk="0"/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차원 좌표를 화면좌표로의 변환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 (D3D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기준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  <a:endParaRPr lang="en-US" altLang="ko-KR" sz="900"/>
          </a:p>
        </p:txBody>
      </p:sp>
      <p:graphicFrame>
        <p:nvGraphicFramePr>
          <p:cNvPr id="21507" name="Object 4">
            <a:extLst>
              <a:ext uri="{FF2B5EF4-FFF2-40B4-BE49-F238E27FC236}">
                <a16:creationId xmlns:a16="http://schemas.microsoft.com/office/drawing/2014/main" id="{C195637A-259B-4205-31FE-0BCECD3988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646488"/>
          <a:ext cx="1524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20" imgH="203040" progId="Equation.3">
                  <p:embed/>
                </p:oleObj>
              </mc:Choice>
              <mc:Fallback>
                <p:oleObj name="Equation" r:id="rId4" imgW="10152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646488"/>
                        <a:ext cx="1524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Line 5">
            <a:extLst>
              <a:ext uri="{FF2B5EF4-FFF2-40B4-BE49-F238E27FC236}">
                <a16:creationId xmlns:a16="http://schemas.microsoft.com/office/drawing/2014/main" id="{27F3F1C7-E38A-5EBF-7A97-09BAA2534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146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1518" name="Line 6">
            <a:extLst>
              <a:ext uri="{FF2B5EF4-FFF2-40B4-BE49-F238E27FC236}">
                <a16:creationId xmlns:a16="http://schemas.microsoft.com/office/drawing/2014/main" id="{18275F94-9509-C06E-97FC-E49E53A761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2000" y="3429000"/>
            <a:ext cx="4953000" cy="17526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1519" name="Oval 7">
            <a:extLst>
              <a:ext uri="{FF2B5EF4-FFF2-40B4-BE49-F238E27FC236}">
                <a16:creationId xmlns:a16="http://schemas.microsoft.com/office/drawing/2014/main" id="{D4BB2C53-AF12-E9BC-6EF5-1D3E2C84F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1054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21508" name="Object 8">
            <a:extLst>
              <a:ext uri="{FF2B5EF4-FFF2-40B4-BE49-F238E27FC236}">
                <a16:creationId xmlns:a16="http://schemas.microsoft.com/office/drawing/2014/main" id="{16016FC0-454A-C176-51A9-75FFE217E0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825" y="3152775"/>
          <a:ext cx="2476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03040" progId="Equation.3">
                  <p:embed/>
                </p:oleObj>
              </mc:Choice>
              <mc:Fallback>
                <p:oleObj name="Equation" r:id="rId6" imgW="16488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3152775"/>
                        <a:ext cx="24765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9">
            <a:extLst>
              <a:ext uri="{FF2B5EF4-FFF2-40B4-BE49-F238E27FC236}">
                <a16:creationId xmlns:a16="http://schemas.microsoft.com/office/drawing/2014/main" id="{C6CFBF44-7C33-6761-9C90-CA9F0511E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667125"/>
          <a:ext cx="190500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152280" progId="Equation.3">
                  <p:embed/>
                </p:oleObj>
              </mc:Choice>
              <mc:Fallback>
                <p:oleObj name="Equation" r:id="rId8" imgW="126720" imgH="1522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667125"/>
                        <a:ext cx="190500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0" name="Line 10">
            <a:extLst>
              <a:ext uri="{FF2B5EF4-FFF2-40B4-BE49-F238E27FC236}">
                <a16:creationId xmlns:a16="http://schemas.microsoft.com/office/drawing/2014/main" id="{7F870E55-BC5F-8FD9-F78E-B2AFF1C87AA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2000" y="3429000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1521" name="Oval 11">
            <a:extLst>
              <a:ext uri="{FF2B5EF4-FFF2-40B4-BE49-F238E27FC236}">
                <a16:creationId xmlns:a16="http://schemas.microsoft.com/office/drawing/2014/main" id="{F84BF9E8-9500-441F-EC0E-D8D53919B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42465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22" name="Oval 12">
            <a:extLst>
              <a:ext uri="{FF2B5EF4-FFF2-40B4-BE49-F238E27FC236}">
                <a16:creationId xmlns:a16="http://schemas.microsoft.com/office/drawing/2014/main" id="{F240B17A-2C4F-BA1D-442B-CF49410E4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3341688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23" name="Oval 13">
            <a:extLst>
              <a:ext uri="{FF2B5EF4-FFF2-40B4-BE49-F238E27FC236}">
                <a16:creationId xmlns:a16="http://schemas.microsoft.com/office/drawing/2014/main" id="{DC82FE06-76AA-E842-F883-80025BE73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8006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21510" name="Object 14">
            <a:extLst>
              <a:ext uri="{FF2B5EF4-FFF2-40B4-BE49-F238E27FC236}">
                <a16:creationId xmlns:a16="http://schemas.microsoft.com/office/drawing/2014/main" id="{8DACA436-F36A-80DB-DBBB-83A8F2F527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4925" y="4581525"/>
          <a:ext cx="1714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203040" progId="Equation.3">
                  <p:embed/>
                </p:oleObj>
              </mc:Choice>
              <mc:Fallback>
                <p:oleObj name="Equation" r:id="rId10" imgW="11412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925" y="4581525"/>
                        <a:ext cx="17145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15">
            <a:extLst>
              <a:ext uri="{FF2B5EF4-FFF2-40B4-BE49-F238E27FC236}">
                <a16:creationId xmlns:a16="http://schemas.microsoft.com/office/drawing/2014/main" id="{BF0A385C-5710-FD4A-C14A-02DA7660D4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1475" y="2114550"/>
          <a:ext cx="4953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120" imgH="203040" progId="Equation.3">
                  <p:embed/>
                </p:oleObj>
              </mc:Choice>
              <mc:Fallback>
                <p:oleObj name="Equation" r:id="rId12" imgW="33012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2114550"/>
                        <a:ext cx="4953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4" name="Line 16">
            <a:extLst>
              <a:ext uri="{FF2B5EF4-FFF2-40B4-BE49-F238E27FC236}">
                <a16:creationId xmlns:a16="http://schemas.microsoft.com/office/drawing/2014/main" id="{3C234E25-9604-481F-4D78-BE7A5769E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429000"/>
            <a:ext cx="6096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1525" name="AutoShape 17">
            <a:extLst>
              <a:ext uri="{FF2B5EF4-FFF2-40B4-BE49-F238E27FC236}">
                <a16:creationId xmlns:a16="http://schemas.microsoft.com/office/drawing/2014/main" id="{998761F8-050E-4046-C6B9-DE3C567534E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524000" y="2362200"/>
            <a:ext cx="2590800" cy="1981200"/>
          </a:xfrm>
          <a:custGeom>
            <a:avLst/>
            <a:gdLst>
              <a:gd name="T0" fmla="*/ 290409264 w 21600"/>
              <a:gd name="T1" fmla="*/ 90860023 h 21600"/>
              <a:gd name="T2" fmla="*/ 155376037 w 21600"/>
              <a:gd name="T3" fmla="*/ 181720047 h 21600"/>
              <a:gd name="T4" fmla="*/ 20342698 w 21600"/>
              <a:gd name="T5" fmla="*/ 90860023 h 21600"/>
              <a:gd name="T6" fmla="*/ 15537603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14 w 21600"/>
              <a:gd name="T13" fmla="*/ 3214 h 21600"/>
              <a:gd name="T14" fmla="*/ 18386 w 21600"/>
              <a:gd name="T15" fmla="*/ 183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828" y="21600"/>
                </a:lnTo>
                <a:lnTo>
                  <a:pt x="18772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26" name="Rectangle 18">
            <a:extLst>
              <a:ext uri="{FF2B5EF4-FFF2-40B4-BE49-F238E27FC236}">
                <a16:creationId xmlns:a16="http://schemas.microsoft.com/office/drawing/2014/main" id="{0EDCC08B-8C8C-3F96-EADC-B2D9588DB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0" y="2422525"/>
            <a:ext cx="346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 b="1">
                <a:latin typeface="바탕" panose="02030600000101010101" pitchFamily="18" charset="-127"/>
                <a:ea typeface="바탕" panose="02030600000101010101" pitchFamily="18" charset="-127"/>
              </a:rPr>
              <a:t>화면</a:t>
            </a:r>
          </a:p>
        </p:txBody>
      </p:sp>
      <p:graphicFrame>
        <p:nvGraphicFramePr>
          <p:cNvPr id="21512" name="Object 19">
            <a:extLst>
              <a:ext uri="{FF2B5EF4-FFF2-40B4-BE49-F238E27FC236}">
                <a16:creationId xmlns:a16="http://schemas.microsoft.com/office/drawing/2014/main" id="{B28BAFC9-78B1-8157-3B4B-AFD4A0432C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0225" y="4637088"/>
          <a:ext cx="17145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120" imgH="203040" progId="Equation.3">
                  <p:embed/>
                </p:oleObj>
              </mc:Choice>
              <mc:Fallback>
                <p:oleObj name="Equation" r:id="rId14" imgW="114120" imgH="203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25" y="4637088"/>
                        <a:ext cx="17145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7" name="Line 20">
            <a:extLst>
              <a:ext uri="{FF2B5EF4-FFF2-40B4-BE49-F238E27FC236}">
                <a16:creationId xmlns:a16="http://schemas.microsoft.com/office/drawing/2014/main" id="{44708A3B-F265-4135-EA89-749C7E4A2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876800"/>
            <a:ext cx="4484688" cy="3476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1528" name="Line 21">
            <a:extLst>
              <a:ext uri="{FF2B5EF4-FFF2-40B4-BE49-F238E27FC236}">
                <a16:creationId xmlns:a16="http://schemas.microsoft.com/office/drawing/2014/main" id="{C7509A9D-4567-9138-5F87-4156AAAE59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975" y="3505200"/>
            <a:ext cx="327025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1529" name="Line 22">
            <a:extLst>
              <a:ext uri="{FF2B5EF4-FFF2-40B4-BE49-F238E27FC236}">
                <a16:creationId xmlns:a16="http://schemas.microsoft.com/office/drawing/2014/main" id="{345597C7-0F69-A0EF-F606-3CB633C66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429000"/>
            <a:ext cx="3810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21513" name="Object 23">
            <a:extLst>
              <a:ext uri="{FF2B5EF4-FFF2-40B4-BE49-F238E27FC236}">
                <a16:creationId xmlns:a16="http://schemas.microsoft.com/office/drawing/2014/main" id="{4D87F472-621D-1538-CEEE-CCA1DA2B9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8775" y="3143250"/>
          <a:ext cx="22860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164880" progId="Equation.3">
                  <p:embed/>
                </p:oleObj>
              </mc:Choice>
              <mc:Fallback>
                <p:oleObj name="Equation" r:id="rId16" imgW="152280" imgH="1648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3143250"/>
                        <a:ext cx="22860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0" name="Rectangle 24">
            <a:extLst>
              <a:ext uri="{FF2B5EF4-FFF2-40B4-BE49-F238E27FC236}">
                <a16:creationId xmlns:a16="http://schemas.microsoft.com/office/drawing/2014/main" id="{F93D1E6D-AE58-C7E5-3F6A-4BF826C94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117725"/>
            <a:ext cx="9477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화면 법선 벡터</a:t>
            </a:r>
          </a:p>
        </p:txBody>
      </p:sp>
      <p:sp>
        <p:nvSpPr>
          <p:cNvPr id="21531" name="Rectangle 25">
            <a:extLst>
              <a:ext uri="{FF2B5EF4-FFF2-40B4-BE49-F238E27FC236}">
                <a16:creationId xmlns:a16="http://schemas.microsoft.com/office/drawing/2014/main" id="{B40C3C86-680B-8948-CEB2-FB92CF767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895600"/>
            <a:ext cx="7699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카메라 위치</a:t>
            </a:r>
          </a:p>
        </p:txBody>
      </p:sp>
      <p:sp>
        <p:nvSpPr>
          <p:cNvPr id="21532" name="Rectangle 26">
            <a:extLst>
              <a:ext uri="{FF2B5EF4-FFF2-40B4-BE49-F238E27FC236}">
                <a16:creationId xmlns:a16="http://schemas.microsoft.com/office/drawing/2014/main" id="{513641EE-648B-3034-2439-E3AC0B69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403725"/>
            <a:ext cx="5921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차원 점</a:t>
            </a:r>
          </a:p>
        </p:txBody>
      </p:sp>
      <p:sp>
        <p:nvSpPr>
          <p:cNvPr id="21533" name="Rectangle 27">
            <a:extLst>
              <a:ext uri="{FF2B5EF4-FFF2-40B4-BE49-F238E27FC236}">
                <a16:creationId xmlns:a16="http://schemas.microsoft.com/office/drawing/2014/main" id="{D53E1B8A-600A-92C5-6C0F-96621FD1D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5562600"/>
            <a:ext cx="39862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앞서 공부한 평면 위의 점을 구하는 방법과 비슷하게 계산할 수 있다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1534" name="Rectangle 28">
            <a:extLst>
              <a:ext uri="{FF2B5EF4-FFF2-40B4-BE49-F238E27FC236}">
                <a16:creationId xmlns:a16="http://schemas.microsoft.com/office/drawing/2014/main" id="{74E7E770-6BF1-B9E6-DBC3-66D266A6C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461125"/>
            <a:ext cx="35528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양변에 화면 법선 벡터와 내적을 하면 다음과 같이 정리된다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graphicFrame>
        <p:nvGraphicFramePr>
          <p:cNvPr id="21514" name="Object 29">
            <a:extLst>
              <a:ext uri="{FF2B5EF4-FFF2-40B4-BE49-F238E27FC236}">
                <a16:creationId xmlns:a16="http://schemas.microsoft.com/office/drawing/2014/main" id="{F89253E6-0FF6-1345-E9C8-47DE6A1EA7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950" y="7018338"/>
          <a:ext cx="2286000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3880" imgH="1244520" progId="Equation.3">
                  <p:embed/>
                </p:oleObj>
              </mc:Choice>
              <mc:Fallback>
                <p:oleObj name="Equation" r:id="rId18" imgW="1523880" imgH="124452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7018338"/>
                        <a:ext cx="2286000" cy="193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30">
            <a:extLst>
              <a:ext uri="{FF2B5EF4-FFF2-40B4-BE49-F238E27FC236}">
                <a16:creationId xmlns:a16="http://schemas.microsoft.com/office/drawing/2014/main" id="{BE6119CD-847F-B84B-463F-AD4D01A9D6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8153400"/>
          <a:ext cx="21336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22360" imgH="444240" progId="Equation.3">
                  <p:embed/>
                </p:oleObj>
              </mc:Choice>
              <mc:Fallback>
                <p:oleObj name="Equation" r:id="rId20" imgW="1422360" imgH="4442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8153400"/>
                        <a:ext cx="21336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>
            <a:extLst>
              <a:ext uri="{FF2B5EF4-FFF2-40B4-BE49-F238E27FC236}">
                <a16:creationId xmlns:a16="http://schemas.microsoft.com/office/drawing/2014/main" id="{A704FD07-1BF1-C139-0E45-87EBBC915D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1850" y="1524000"/>
          <a:ext cx="3619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241200" progId="Equation.3">
                  <p:embed/>
                </p:oleObj>
              </mc:Choice>
              <mc:Fallback>
                <p:oleObj name="Equation" r:id="rId2" imgW="24120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1524000"/>
                        <a:ext cx="3619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0E5E45C4-F60F-0678-BA90-37333E3D7E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2660650"/>
          <a:ext cx="190500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77480" progId="Equation.3">
                  <p:embed/>
                </p:oleObj>
              </mc:Choice>
              <mc:Fallback>
                <p:oleObj name="Equation" r:id="rId4" imgW="126720" imgH="177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660650"/>
                        <a:ext cx="190500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>
            <a:extLst>
              <a:ext uri="{FF2B5EF4-FFF2-40B4-BE49-F238E27FC236}">
                <a16:creationId xmlns:a16="http://schemas.microsoft.com/office/drawing/2014/main" id="{AC698BE4-E2C5-03B2-7DE4-E56E43DAF1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974850"/>
          <a:ext cx="7429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00" imgH="241200" progId="Equation.3">
                  <p:embed/>
                </p:oleObj>
              </mc:Choice>
              <mc:Fallback>
                <p:oleObj name="Equation" r:id="rId6" imgW="49500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974850"/>
                        <a:ext cx="7429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8A72E197-0F9C-0C50-8C16-5EC6F3DDCE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" y="2813050"/>
          <a:ext cx="266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28600" progId="Equation.3">
                  <p:embed/>
                </p:oleObj>
              </mc:Choice>
              <mc:Fallback>
                <p:oleObj name="Equation" r:id="rId8" imgW="1774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2813050"/>
                        <a:ext cx="266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>
            <a:extLst>
              <a:ext uri="{FF2B5EF4-FFF2-40B4-BE49-F238E27FC236}">
                <a16:creationId xmlns:a16="http://schemas.microsoft.com/office/drawing/2014/main" id="{747D160E-1960-C7A8-88FE-3F6C2CE615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4154488"/>
          <a:ext cx="1905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215640" progId="Equation.3">
                  <p:embed/>
                </p:oleObj>
              </mc:Choice>
              <mc:Fallback>
                <p:oleObj name="Equation" r:id="rId10" imgW="12672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4154488"/>
                        <a:ext cx="1905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52" name="Group 7">
            <a:extLst>
              <a:ext uri="{FF2B5EF4-FFF2-40B4-BE49-F238E27FC236}">
                <a16:creationId xmlns:a16="http://schemas.microsoft.com/office/drawing/2014/main" id="{5CFE3180-E9B0-6FEE-E1F9-F1FCAB33A692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531938"/>
            <a:ext cx="4648200" cy="2957512"/>
            <a:chOff x="3120" y="729"/>
            <a:chExt cx="2928" cy="1863"/>
          </a:xfrm>
        </p:grpSpPr>
        <p:sp>
          <p:nvSpPr>
            <p:cNvPr id="22569" name="Line 8">
              <a:extLst>
                <a:ext uri="{FF2B5EF4-FFF2-40B4-BE49-F238E27FC236}">
                  <a16:creationId xmlns:a16="http://schemas.microsoft.com/office/drawing/2014/main" id="{DDFD7ED0-B01C-51DB-BB08-F4472A2CC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61"/>
              <a:ext cx="28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22570" name="Arc 9">
              <a:extLst>
                <a:ext uri="{FF2B5EF4-FFF2-40B4-BE49-F238E27FC236}">
                  <a16:creationId xmlns:a16="http://schemas.microsoft.com/office/drawing/2014/main" id="{4BC1192D-99D1-6CF5-D841-159CFF805CB1}"/>
                </a:ext>
              </a:extLst>
            </p:cNvPr>
            <p:cNvSpPr>
              <a:spLocks noChangeAspect="1"/>
            </p:cNvSpPr>
            <p:nvPr/>
          </p:nvSpPr>
          <p:spPr bwMode="auto">
            <a:xfrm rot="8400000" flipH="1">
              <a:off x="3708" y="1452"/>
              <a:ext cx="128" cy="222"/>
            </a:xfrm>
            <a:custGeom>
              <a:avLst/>
              <a:gdLst>
                <a:gd name="T0" fmla="*/ 0 w 21391"/>
                <a:gd name="T1" fmla="*/ 0 h 19936"/>
                <a:gd name="T2" fmla="*/ 1 w 21391"/>
                <a:gd name="T3" fmla="*/ 2 h 19936"/>
                <a:gd name="T4" fmla="*/ 0 w 21391"/>
                <a:gd name="T5" fmla="*/ 2 h 19936"/>
                <a:gd name="T6" fmla="*/ 0 60000 65536"/>
                <a:gd name="T7" fmla="*/ 0 60000 65536"/>
                <a:gd name="T8" fmla="*/ 0 60000 65536"/>
                <a:gd name="T9" fmla="*/ 0 w 21391"/>
                <a:gd name="T10" fmla="*/ 0 h 19936"/>
                <a:gd name="T11" fmla="*/ 21391 w 21391"/>
                <a:gd name="T12" fmla="*/ 19936 h 199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91" h="19936" fill="none" extrusionOk="0">
                  <a:moveTo>
                    <a:pt x="8313" y="-1"/>
                  </a:moveTo>
                  <a:cubicBezTo>
                    <a:pt x="15359" y="2937"/>
                    <a:pt x="20331" y="9377"/>
                    <a:pt x="21390" y="16938"/>
                  </a:cubicBezTo>
                </a:path>
                <a:path w="21391" h="19936" stroke="0" extrusionOk="0">
                  <a:moveTo>
                    <a:pt x="8313" y="-1"/>
                  </a:moveTo>
                  <a:cubicBezTo>
                    <a:pt x="15359" y="2937"/>
                    <a:pt x="20331" y="9377"/>
                    <a:pt x="21390" y="16938"/>
                  </a:cubicBezTo>
                  <a:lnTo>
                    <a:pt x="0" y="19936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1711" tIns="30855" rIns="61711" bIns="30855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2571" name="Line 10">
              <a:extLst>
                <a:ext uri="{FF2B5EF4-FFF2-40B4-BE49-F238E27FC236}">
                  <a16:creationId xmlns:a16="http://schemas.microsoft.com/office/drawing/2014/main" id="{47613C1B-D043-90C8-8FB0-8842F73A8B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142" y="687"/>
              <a:ext cx="931" cy="28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572" name="Line 11">
              <a:extLst>
                <a:ext uri="{FF2B5EF4-FFF2-40B4-BE49-F238E27FC236}">
                  <a16:creationId xmlns:a16="http://schemas.microsoft.com/office/drawing/2014/main" id="{C124B4A5-7FFE-CD14-34F7-1416F3D1B64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 flipH="1">
              <a:off x="5116" y="1661"/>
              <a:ext cx="186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573" name="Line 12">
              <a:extLst>
                <a:ext uri="{FF2B5EF4-FFF2-40B4-BE49-F238E27FC236}">
                  <a16:creationId xmlns:a16="http://schemas.microsoft.com/office/drawing/2014/main" id="{90E87A96-F668-0D6C-1DAD-BECDB81E3D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4142" y="-245"/>
              <a:ext cx="932" cy="28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574" name="Line 13">
              <a:extLst>
                <a:ext uri="{FF2B5EF4-FFF2-40B4-BE49-F238E27FC236}">
                  <a16:creationId xmlns:a16="http://schemas.microsoft.com/office/drawing/2014/main" id="{68B1913C-C6C4-162B-A0EB-34C72DC7AF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61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22575" name="Line 14">
              <a:extLst>
                <a:ext uri="{FF2B5EF4-FFF2-40B4-BE49-F238E27FC236}">
                  <a16:creationId xmlns:a16="http://schemas.microsoft.com/office/drawing/2014/main" id="{270C3141-6024-760A-630B-29A6B256F6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979"/>
              <a:ext cx="1296" cy="6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22576" name="Line 15">
              <a:extLst>
                <a:ext uri="{FF2B5EF4-FFF2-40B4-BE49-F238E27FC236}">
                  <a16:creationId xmlns:a16="http://schemas.microsoft.com/office/drawing/2014/main" id="{F5339768-980D-FE55-A17A-3225ACFE9F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986"/>
              <a:ext cx="658" cy="15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22577" name="Line 16">
              <a:extLst>
                <a:ext uri="{FF2B5EF4-FFF2-40B4-BE49-F238E27FC236}">
                  <a16:creationId xmlns:a16="http://schemas.microsoft.com/office/drawing/2014/main" id="{B03704E6-F27F-83DA-9A0E-BAF9FC3EE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94" y="1693"/>
              <a:ext cx="646" cy="8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22578" name="Oval 17">
              <a:extLst>
                <a:ext uri="{FF2B5EF4-FFF2-40B4-BE49-F238E27FC236}">
                  <a16:creationId xmlns:a16="http://schemas.microsoft.com/office/drawing/2014/main" id="{2754DEC0-9DD2-7BB5-A4C9-D546DD92F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628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2579" name="Oval 18">
              <a:extLst>
                <a:ext uri="{FF2B5EF4-FFF2-40B4-BE49-F238E27FC236}">
                  <a16:creationId xmlns:a16="http://schemas.microsoft.com/office/drawing/2014/main" id="{7DBA5646-4CF6-32B7-0D22-F101907F8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92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2580" name="Oval 19">
              <a:extLst>
                <a:ext uri="{FF2B5EF4-FFF2-40B4-BE49-F238E27FC236}">
                  <a16:creationId xmlns:a16="http://schemas.microsoft.com/office/drawing/2014/main" id="{EDA6B7CE-F970-47FE-61B0-DC688AC0F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464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2581" name="Arc 20">
              <a:extLst>
                <a:ext uri="{FF2B5EF4-FFF2-40B4-BE49-F238E27FC236}">
                  <a16:creationId xmlns:a16="http://schemas.microsoft.com/office/drawing/2014/main" id="{21BEC40E-ADD4-8EA3-631B-1CC1F08B2AE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88" y="1484"/>
              <a:ext cx="2832" cy="369"/>
            </a:xfrm>
            <a:custGeom>
              <a:avLst/>
              <a:gdLst>
                <a:gd name="T0" fmla="*/ 0 w 37318"/>
                <a:gd name="T1" fmla="*/ 3 h 21600"/>
                <a:gd name="T2" fmla="*/ 215 w 37318"/>
                <a:gd name="T3" fmla="*/ 3 h 21600"/>
                <a:gd name="T4" fmla="*/ 109 w 37318"/>
                <a:gd name="T5" fmla="*/ 6 h 21600"/>
                <a:gd name="T6" fmla="*/ 0 60000 65536"/>
                <a:gd name="T7" fmla="*/ 0 60000 65536"/>
                <a:gd name="T8" fmla="*/ 0 60000 65536"/>
                <a:gd name="T9" fmla="*/ 0 w 37318"/>
                <a:gd name="T10" fmla="*/ 0 h 21600"/>
                <a:gd name="T11" fmla="*/ 37318 w 3731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18" h="21600" fill="none" extrusionOk="0">
                  <a:moveTo>
                    <a:pt x="-1" y="11154"/>
                  </a:moveTo>
                  <a:cubicBezTo>
                    <a:pt x="3801" y="4272"/>
                    <a:pt x="11043" y="-1"/>
                    <a:pt x="18906" y="0"/>
                  </a:cubicBezTo>
                  <a:cubicBezTo>
                    <a:pt x="26417" y="0"/>
                    <a:pt x="33390" y="3902"/>
                    <a:pt x="37318" y="10305"/>
                  </a:cubicBezTo>
                </a:path>
                <a:path w="37318" h="21600" stroke="0" extrusionOk="0">
                  <a:moveTo>
                    <a:pt x="-1" y="11154"/>
                  </a:moveTo>
                  <a:cubicBezTo>
                    <a:pt x="3801" y="4272"/>
                    <a:pt x="11043" y="-1"/>
                    <a:pt x="18906" y="0"/>
                  </a:cubicBezTo>
                  <a:cubicBezTo>
                    <a:pt x="26417" y="0"/>
                    <a:pt x="33390" y="3902"/>
                    <a:pt x="37318" y="10305"/>
                  </a:cubicBezTo>
                  <a:lnTo>
                    <a:pt x="18906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aphicFrame>
        <p:nvGraphicFramePr>
          <p:cNvPr id="22535" name="Object 22">
            <a:extLst>
              <a:ext uri="{FF2B5EF4-FFF2-40B4-BE49-F238E27FC236}">
                <a16:creationId xmlns:a16="http://schemas.microsoft.com/office/drawing/2014/main" id="{DC2D6622-3D5D-8702-FF7B-4B95D16D2F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6425" y="2814638"/>
          <a:ext cx="2667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228600" progId="Equation.3">
                  <p:embed/>
                </p:oleObj>
              </mc:Choice>
              <mc:Fallback>
                <p:oleObj name="Equation" r:id="rId12" imgW="17748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2814638"/>
                        <a:ext cx="266700" cy="347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53" name="Group 23">
            <a:extLst>
              <a:ext uri="{FF2B5EF4-FFF2-40B4-BE49-F238E27FC236}">
                <a16:creationId xmlns:a16="http://schemas.microsoft.com/office/drawing/2014/main" id="{004F2678-A081-A9C7-E49D-10558138BF35}"/>
              </a:ext>
            </a:extLst>
          </p:cNvPr>
          <p:cNvGrpSpPr>
            <a:grpSpLocks/>
          </p:cNvGrpSpPr>
          <p:nvPr/>
        </p:nvGrpSpPr>
        <p:grpSpPr bwMode="auto">
          <a:xfrm>
            <a:off x="703263" y="4641850"/>
            <a:ext cx="5545137" cy="561975"/>
            <a:chOff x="443" y="3648"/>
            <a:chExt cx="3493" cy="354"/>
          </a:xfrm>
        </p:grpSpPr>
        <p:sp>
          <p:nvSpPr>
            <p:cNvPr id="22565" name="Text Box 24">
              <a:extLst>
                <a:ext uri="{FF2B5EF4-FFF2-40B4-BE49-F238E27FC236}">
                  <a16:creationId xmlns:a16="http://schemas.microsoft.com/office/drawing/2014/main" id="{11A574E4-4F6A-39D0-8685-DA095E32F45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76" y="3687"/>
              <a:ext cx="816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1711" tIns="30855" rIns="61711" bIns="30855">
              <a:spAutoFit/>
            </a:bodyPr>
            <a:lstStyle>
              <a:lvl1pPr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Times New Roman" panose="02020603050405020304" pitchFamily="18" charset="0"/>
                </a:rPr>
                <a:t>: Camera position</a:t>
              </a:r>
              <a:endParaRPr lang="en-US" altLang="ko-KR" sz="12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49" name="Object 25">
              <a:extLst>
                <a:ext uri="{FF2B5EF4-FFF2-40B4-BE49-F238E27FC236}">
                  <a16:creationId xmlns:a16="http://schemas.microsoft.com/office/drawing/2014/main" id="{6FBE7C5D-07E7-FC18-0CA9-BC5EAB82AC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3" y="3651"/>
            <a:ext cx="16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7480" imgH="228600" progId="Equation.3">
                    <p:embed/>
                  </p:oleObj>
                </mc:Choice>
                <mc:Fallback>
                  <p:oleObj name="Equation" r:id="rId14" imgW="177480" imgH="2286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" y="3651"/>
                          <a:ext cx="168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0" name="Object 26">
              <a:extLst>
                <a:ext uri="{FF2B5EF4-FFF2-40B4-BE49-F238E27FC236}">
                  <a16:creationId xmlns:a16="http://schemas.microsoft.com/office/drawing/2014/main" id="{E3A08521-2CEF-1913-82DA-E4D206FBBA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3652"/>
            <a:ext cx="228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1200" imgH="241200" progId="Equation.3">
                    <p:embed/>
                  </p:oleObj>
                </mc:Choice>
                <mc:Fallback>
                  <p:oleObj name="Equation" r:id="rId2" imgW="241200" imgH="2412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652"/>
                          <a:ext cx="228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6" name="Text Box 27">
              <a:extLst>
                <a:ext uri="{FF2B5EF4-FFF2-40B4-BE49-F238E27FC236}">
                  <a16:creationId xmlns:a16="http://schemas.microsoft.com/office/drawing/2014/main" id="{7703A1AA-93EE-B5BF-6E13-29A9961E49E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28" y="3687"/>
              <a:ext cx="768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1711" tIns="30855" rIns="61711" bIns="30855">
              <a:spAutoFit/>
            </a:bodyPr>
            <a:lstStyle>
              <a:lvl1pPr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Times New Roman" panose="02020603050405020304" pitchFamily="18" charset="0"/>
                </a:rPr>
                <a:t>: Object position</a:t>
              </a:r>
              <a:endParaRPr lang="en-US" altLang="ko-KR" sz="12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51" name="Object 28">
              <a:extLst>
                <a:ext uri="{FF2B5EF4-FFF2-40B4-BE49-F238E27FC236}">
                  <a16:creationId xmlns:a16="http://schemas.microsoft.com/office/drawing/2014/main" id="{FDACD39C-BC51-2C08-06E6-687A09D77A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3648"/>
            <a:ext cx="168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7480" imgH="228600" progId="Equation.3">
                    <p:embed/>
                  </p:oleObj>
                </mc:Choice>
                <mc:Fallback>
                  <p:oleObj name="Equation" r:id="rId16" imgW="177480" imgH="2286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3648"/>
                          <a:ext cx="168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7" name="Text Box 29">
              <a:extLst>
                <a:ext uri="{FF2B5EF4-FFF2-40B4-BE49-F238E27FC236}">
                  <a16:creationId xmlns:a16="http://schemas.microsoft.com/office/drawing/2014/main" id="{6976CEF0-67B9-78F3-7655-49FCBB4C61E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36" y="3687"/>
              <a:ext cx="120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1711" tIns="30855" rIns="61711" bIns="30855">
              <a:spAutoFit/>
            </a:bodyPr>
            <a:lstStyle>
              <a:lvl1pPr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Times New Roman" panose="02020603050405020304" pitchFamily="18" charset="0"/>
                </a:rPr>
                <a:t>: Camera view unit vector</a:t>
              </a:r>
              <a:endParaRPr lang="en-US" altLang="ko-KR" sz="1200">
                <a:latin typeface="Times New Roman" panose="02020603050405020304" pitchFamily="18" charset="0"/>
              </a:endParaRPr>
            </a:p>
          </p:txBody>
        </p:sp>
        <p:sp>
          <p:nvSpPr>
            <p:cNvPr id="22568" name="Text Box 30">
              <a:extLst>
                <a:ext uri="{FF2B5EF4-FFF2-40B4-BE49-F238E27FC236}">
                  <a16:creationId xmlns:a16="http://schemas.microsoft.com/office/drawing/2014/main" id="{7E0DFB9B-5014-7DD5-913B-8B696835EB4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0" y="3887"/>
              <a:ext cx="120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Times New Roman" panose="02020603050405020304" pitchFamily="18" charset="0"/>
                </a:rPr>
                <a:t>F : Distance of perspective</a:t>
              </a:r>
              <a:endParaRPr lang="en-US" altLang="ko-KR" sz="1200">
                <a:latin typeface="Times New Roman" panose="02020603050405020304" pitchFamily="18" charset="0"/>
              </a:endParaRPr>
            </a:p>
          </p:txBody>
        </p:sp>
      </p:grpSp>
      <p:sp>
        <p:nvSpPr>
          <p:cNvPr id="22554" name="Text Box 31">
            <a:extLst>
              <a:ext uri="{FF2B5EF4-FFF2-40B4-BE49-F238E27FC236}">
                <a16:creationId xmlns:a16="http://schemas.microsoft.com/office/drawing/2014/main" id="{115B68C3-38C1-BCA4-1DE9-85AD2DB2152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9600" y="609600"/>
            <a:ext cx="32766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711" tIns="30855" rIns="61711" bIns="30855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Times New Roman" panose="02020603050405020304" pitchFamily="18" charset="0"/>
              </a:rPr>
              <a:t>Circular corn culling </a:t>
            </a:r>
            <a:endParaRPr lang="en-US" altLang="ko-KR">
              <a:latin typeface="Times New Roman" panose="02020603050405020304" pitchFamily="18" charset="0"/>
            </a:endParaRPr>
          </a:p>
        </p:txBody>
      </p:sp>
      <p:graphicFrame>
        <p:nvGraphicFramePr>
          <p:cNvPr id="22536" name="Object 32">
            <a:extLst>
              <a:ext uri="{FF2B5EF4-FFF2-40B4-BE49-F238E27FC236}">
                <a16:creationId xmlns:a16="http://schemas.microsoft.com/office/drawing/2014/main" id="{BA815369-F10D-4794-B355-BF59E9DE7E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0050" y="5480050"/>
          <a:ext cx="15811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54080" imgH="241200" progId="Equation.3">
                  <p:embed/>
                </p:oleObj>
              </mc:Choice>
              <mc:Fallback>
                <p:oleObj name="Equation" r:id="rId17" imgW="1054080" imgH="241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5480050"/>
                        <a:ext cx="15811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5" name="Text Box 33">
            <a:extLst>
              <a:ext uri="{FF2B5EF4-FFF2-40B4-BE49-F238E27FC236}">
                <a16:creationId xmlns:a16="http://schemas.microsoft.com/office/drawing/2014/main" id="{9C771092-FD8A-FA2F-B908-2BDC0AD7D47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5602288"/>
            <a:ext cx="33528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1.        </a:t>
            </a:r>
            <a:r>
              <a:rPr lang="ko-KR" altLang="en-US" sz="1200" b="1">
                <a:latin typeface="Times New Roman" panose="02020603050405020304" pitchFamily="18" charset="0"/>
              </a:rPr>
              <a:t>에 </a:t>
            </a:r>
            <a:r>
              <a:rPr lang="en-US" altLang="ko-KR" sz="1200" b="1">
                <a:latin typeface="Times New Roman" panose="02020603050405020304" pitchFamily="18" charset="0"/>
              </a:rPr>
              <a:t>projection</a:t>
            </a:r>
            <a:r>
              <a:rPr lang="ko-KR" altLang="en-US" sz="1200" b="1">
                <a:latin typeface="Times New Roman" panose="02020603050405020304" pitchFamily="18" charset="0"/>
              </a:rPr>
              <a:t>한 길이가 </a:t>
            </a:r>
            <a:r>
              <a:rPr lang="en-US" altLang="ko-KR" sz="1200" b="1">
                <a:latin typeface="Times New Roman" panose="02020603050405020304" pitchFamily="18" charset="0"/>
              </a:rPr>
              <a:t>F </a:t>
            </a:r>
            <a:r>
              <a:rPr lang="ko-KR" altLang="en-US" sz="1200" b="1">
                <a:latin typeface="Times New Roman" panose="02020603050405020304" pitchFamily="18" charset="0"/>
              </a:rPr>
              <a:t>보다 크면 </a:t>
            </a:r>
            <a:r>
              <a:rPr lang="en-US" altLang="ko-KR" sz="1200" b="1">
                <a:latin typeface="Times New Roman" panose="02020603050405020304" pitchFamily="18" charset="0"/>
              </a:rPr>
              <a:t>culling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aphicFrame>
        <p:nvGraphicFramePr>
          <p:cNvPr id="22537" name="Object 34">
            <a:extLst>
              <a:ext uri="{FF2B5EF4-FFF2-40B4-BE49-F238E27FC236}">
                <a16:creationId xmlns:a16="http://schemas.microsoft.com/office/drawing/2014/main" id="{7A027F36-CCA9-EA3C-DE0A-9259AEBC06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480050"/>
          <a:ext cx="26670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228600" progId="Equation.3">
                  <p:embed/>
                </p:oleObj>
              </mc:Choice>
              <mc:Fallback>
                <p:oleObj name="Equation" r:id="rId12" imgW="177480" imgH="2286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480050"/>
                        <a:ext cx="26670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35">
            <a:extLst>
              <a:ext uri="{FF2B5EF4-FFF2-40B4-BE49-F238E27FC236}">
                <a16:creationId xmlns:a16="http://schemas.microsoft.com/office/drawing/2014/main" id="{FA561155-71EE-5B2F-4BFF-AEE53DAFD3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5600" y="5861050"/>
          <a:ext cx="19431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95280" imgH="495000" progId="Equation.3">
                  <p:embed/>
                </p:oleObj>
              </mc:Choice>
              <mc:Fallback>
                <p:oleObj name="Equation" r:id="rId19" imgW="1295280" imgH="4950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5861050"/>
                        <a:ext cx="19431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6" name="Text Box 36">
            <a:extLst>
              <a:ext uri="{FF2B5EF4-FFF2-40B4-BE49-F238E27FC236}">
                <a16:creationId xmlns:a16="http://schemas.microsoft.com/office/drawing/2014/main" id="{82FC24F2-EA0B-180D-F413-1DCA2DD3BF7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6103938"/>
            <a:ext cx="22860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2.      </a:t>
            </a:r>
            <a:r>
              <a:rPr lang="ko-KR" altLang="en-US" sz="1200" b="1">
                <a:latin typeface="Times New Roman" panose="02020603050405020304" pitchFamily="18" charset="0"/>
              </a:rPr>
              <a:t>보다 큰 각도에 대한 </a:t>
            </a:r>
            <a:r>
              <a:rPr lang="en-US" altLang="ko-KR" sz="1200" b="1">
                <a:latin typeface="Times New Roman" panose="02020603050405020304" pitchFamily="18" charset="0"/>
              </a:rPr>
              <a:t>culling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aphicFrame>
        <p:nvGraphicFramePr>
          <p:cNvPr id="22539" name="Object 37">
            <a:extLst>
              <a:ext uri="{FF2B5EF4-FFF2-40B4-BE49-F238E27FC236}">
                <a16:creationId xmlns:a16="http://schemas.microsoft.com/office/drawing/2014/main" id="{CD91BB97-CD53-8CC3-E64C-EEBBDF753A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6057900"/>
          <a:ext cx="190500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77480" progId="Equation.3">
                  <p:embed/>
                </p:oleObj>
              </mc:Choice>
              <mc:Fallback>
                <p:oleObj name="Equation" r:id="rId4" imgW="126720" imgH="1774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6057900"/>
                        <a:ext cx="190500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38">
            <a:extLst>
              <a:ext uri="{FF2B5EF4-FFF2-40B4-BE49-F238E27FC236}">
                <a16:creationId xmlns:a16="http://schemas.microsoft.com/office/drawing/2014/main" id="{6F62C18F-227A-B1C1-79E9-242BBD2EE4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7312025"/>
          <a:ext cx="3676650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958840" imgH="1485720" progId="Equation.3">
                  <p:embed/>
                </p:oleObj>
              </mc:Choice>
              <mc:Fallback>
                <p:oleObj name="Equation" r:id="rId21" imgW="2958840" imgH="148572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7312025"/>
                        <a:ext cx="3676650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7" name="Text Box 39">
            <a:extLst>
              <a:ext uri="{FF2B5EF4-FFF2-40B4-BE49-F238E27FC236}">
                <a16:creationId xmlns:a16="http://schemas.microsoft.com/office/drawing/2014/main" id="{B40D6829-97C6-DE40-5974-FD056A3D1F2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7162800"/>
            <a:ext cx="22860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참고 </a:t>
            </a:r>
            <a:r>
              <a:rPr lang="en-US" altLang="ko-KR" sz="1200" b="1">
                <a:latin typeface="Times New Roman" panose="02020603050405020304" pitchFamily="18" charset="0"/>
              </a:rPr>
              <a:t>:           </a:t>
            </a:r>
            <a:r>
              <a:rPr lang="ko-KR" altLang="en-US" sz="1200" b="1">
                <a:latin typeface="Times New Roman" panose="02020603050405020304" pitchFamily="18" charset="0"/>
              </a:rPr>
              <a:t>구하기</a:t>
            </a:r>
            <a:endParaRPr lang="ko-KR" altLang="en-US" sz="1200">
              <a:latin typeface="Times New Roman" panose="02020603050405020304" pitchFamily="18" charset="0"/>
            </a:endParaRPr>
          </a:p>
        </p:txBody>
      </p:sp>
      <p:graphicFrame>
        <p:nvGraphicFramePr>
          <p:cNvPr id="22541" name="Object 40">
            <a:extLst>
              <a:ext uri="{FF2B5EF4-FFF2-40B4-BE49-F238E27FC236}">
                <a16:creationId xmlns:a16="http://schemas.microsoft.com/office/drawing/2014/main" id="{D006D28C-DA69-206C-235F-8EE7B8C18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7438" y="7134225"/>
          <a:ext cx="427037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42720" imgH="177480" progId="Equation.3">
                  <p:embed/>
                </p:oleObj>
              </mc:Choice>
              <mc:Fallback>
                <p:oleObj name="Equation" r:id="rId23" imgW="342720" imgH="17748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7134225"/>
                        <a:ext cx="427037" cy="22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8" name="Text Box 54">
            <a:extLst>
              <a:ext uri="{FF2B5EF4-FFF2-40B4-BE49-F238E27FC236}">
                <a16:creationId xmlns:a16="http://schemas.microsoft.com/office/drawing/2014/main" id="{7BB37DE7-0028-73C6-5846-A5A74905230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1143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1. </a:t>
            </a:r>
            <a:r>
              <a:rPr lang="ko-KR" altLang="en-US" sz="1400" b="1">
                <a:latin typeface="Times New Roman" panose="02020603050405020304" pitchFamily="18" charset="0"/>
              </a:rPr>
              <a:t>점일 경우</a:t>
            </a:r>
            <a:endParaRPr lang="ko-KR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22542" name="Object 55">
            <a:extLst>
              <a:ext uri="{FF2B5EF4-FFF2-40B4-BE49-F238E27FC236}">
                <a16:creationId xmlns:a16="http://schemas.microsoft.com/office/drawing/2014/main" id="{AACF6234-212B-3D86-385A-266A33FFD5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167063"/>
          <a:ext cx="1905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6720" imgH="164880" progId="Equation.3">
                  <p:embed/>
                </p:oleObj>
              </mc:Choice>
              <mc:Fallback>
                <p:oleObj name="Equation" r:id="rId25" imgW="126720" imgH="16488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167063"/>
                        <a:ext cx="190500" cy="2524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9" name="Rectangle 42">
            <a:extLst>
              <a:ext uri="{FF2B5EF4-FFF2-40B4-BE49-F238E27FC236}">
                <a16:creationId xmlns:a16="http://schemas.microsoft.com/office/drawing/2014/main" id="{55F7D1B1-27C5-0A64-F235-2660A7596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9788" y="7464425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2560" name="Line 43">
            <a:extLst>
              <a:ext uri="{FF2B5EF4-FFF2-40B4-BE49-F238E27FC236}">
                <a16:creationId xmlns:a16="http://schemas.microsoft.com/office/drawing/2014/main" id="{12FA32A8-DAE2-B423-642D-9B0F11E76F6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49788" y="8150225"/>
            <a:ext cx="5334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sp>
        <p:nvSpPr>
          <p:cNvPr id="22561" name="Line 44">
            <a:extLst>
              <a:ext uri="{FF2B5EF4-FFF2-40B4-BE49-F238E27FC236}">
                <a16:creationId xmlns:a16="http://schemas.microsoft.com/office/drawing/2014/main" id="{AFCF4E66-C5F3-F421-7102-01A0A53EFD1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49788" y="7464425"/>
            <a:ext cx="533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graphicFrame>
        <p:nvGraphicFramePr>
          <p:cNvPr id="22543" name="Object 46">
            <a:extLst>
              <a:ext uri="{FF2B5EF4-FFF2-40B4-BE49-F238E27FC236}">
                <a16:creationId xmlns:a16="http://schemas.microsoft.com/office/drawing/2014/main" id="{7F930358-F87E-7B02-3E6E-455D01F6B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0188" y="7123113"/>
          <a:ext cx="81121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22080" imgH="253800" progId="Equation.3">
                  <p:embed/>
                </p:oleObj>
              </mc:Choice>
              <mc:Fallback>
                <p:oleObj name="Equation" r:id="rId27" imgW="622080" imgH="2538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7123113"/>
                        <a:ext cx="811212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47">
            <a:extLst>
              <a:ext uri="{FF2B5EF4-FFF2-40B4-BE49-F238E27FC236}">
                <a16:creationId xmlns:a16="http://schemas.microsoft.com/office/drawing/2014/main" id="{692E1C24-5502-C214-3BBD-9C30CAD640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8388" y="8353425"/>
          <a:ext cx="228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52280" imgH="215640" progId="Equation.3">
                  <p:embed/>
                </p:oleObj>
              </mc:Choice>
              <mc:Fallback>
                <p:oleObj name="Equation" r:id="rId29" imgW="152280" imgH="21564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8388" y="8353425"/>
                        <a:ext cx="228600" cy="330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48">
            <a:extLst>
              <a:ext uri="{FF2B5EF4-FFF2-40B4-BE49-F238E27FC236}">
                <a16:creationId xmlns:a16="http://schemas.microsoft.com/office/drawing/2014/main" id="{0D1E31DA-1FD1-AF18-A11E-4653974DB4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8188" y="7753350"/>
          <a:ext cx="214312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64880" imgH="164880" progId="Equation.3">
                  <p:embed/>
                </p:oleObj>
              </mc:Choice>
              <mc:Fallback>
                <p:oleObj name="Equation" r:id="rId31" imgW="164880" imgH="16488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88" y="7753350"/>
                        <a:ext cx="214312" cy="222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2" name="Line 49">
            <a:extLst>
              <a:ext uri="{FF2B5EF4-FFF2-40B4-BE49-F238E27FC236}">
                <a16:creationId xmlns:a16="http://schemas.microsoft.com/office/drawing/2014/main" id="{7C35B1B0-FF38-E353-A68A-97C7A6287B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3188" y="7464425"/>
            <a:ext cx="15240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graphicFrame>
        <p:nvGraphicFramePr>
          <p:cNvPr id="22546" name="Object 50">
            <a:extLst>
              <a:ext uri="{FF2B5EF4-FFF2-40B4-BE49-F238E27FC236}">
                <a16:creationId xmlns:a16="http://schemas.microsoft.com/office/drawing/2014/main" id="{7C830622-5DB3-567C-BB61-F6BD9858EB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7438" y="8001000"/>
          <a:ext cx="190500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26720" imgH="177480" progId="Equation.3">
                  <p:embed/>
                </p:oleObj>
              </mc:Choice>
              <mc:Fallback>
                <p:oleObj name="Equation" r:id="rId33" imgW="126720" imgH="17748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438" y="8001000"/>
                        <a:ext cx="190500" cy="2714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3" name="Line 51">
            <a:extLst>
              <a:ext uri="{FF2B5EF4-FFF2-40B4-BE49-F238E27FC236}">
                <a16:creationId xmlns:a16="http://schemas.microsoft.com/office/drawing/2014/main" id="{9FB90AC7-626D-2D2F-714F-F9DD4A005C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9788" y="7464425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ko-KR" altLang="en-US"/>
          </a:p>
        </p:txBody>
      </p:sp>
      <p:graphicFrame>
        <p:nvGraphicFramePr>
          <p:cNvPr id="22547" name="Object 52">
            <a:extLst>
              <a:ext uri="{FF2B5EF4-FFF2-40B4-BE49-F238E27FC236}">
                <a16:creationId xmlns:a16="http://schemas.microsoft.com/office/drawing/2014/main" id="{E2BCA417-9251-C210-6F53-515D2517EC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2988" y="7324725"/>
          <a:ext cx="33337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53800" imgH="177480" progId="Equation.3">
                  <p:embed/>
                </p:oleObj>
              </mc:Choice>
              <mc:Fallback>
                <p:oleObj name="Equation" r:id="rId35" imgW="253800" imgH="17748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988" y="7324725"/>
                        <a:ext cx="333375" cy="241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4" name="Arc 53">
            <a:extLst>
              <a:ext uri="{FF2B5EF4-FFF2-40B4-BE49-F238E27FC236}">
                <a16:creationId xmlns:a16="http://schemas.microsoft.com/office/drawing/2014/main" id="{8D3BE52B-E16A-0F42-F040-A0009D22608A}"/>
              </a:ext>
            </a:extLst>
          </p:cNvPr>
          <p:cNvSpPr>
            <a:spLocks/>
          </p:cNvSpPr>
          <p:nvPr/>
        </p:nvSpPr>
        <p:spPr bwMode="auto">
          <a:xfrm>
            <a:off x="4648200" y="7162800"/>
            <a:ext cx="990600" cy="990600"/>
          </a:xfrm>
          <a:custGeom>
            <a:avLst/>
            <a:gdLst>
              <a:gd name="T0" fmla="*/ 0 w 21600"/>
              <a:gd name="T1" fmla="*/ 0 h 21600"/>
              <a:gd name="T2" fmla="*/ 45430012 w 21600"/>
              <a:gd name="T3" fmla="*/ 45430012 h 21600"/>
              <a:gd name="T4" fmla="*/ 0 w 21600"/>
              <a:gd name="T5" fmla="*/ 45430012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22548" name="Object 56">
            <a:extLst>
              <a:ext uri="{FF2B5EF4-FFF2-40B4-BE49-F238E27FC236}">
                <a16:creationId xmlns:a16="http://schemas.microsoft.com/office/drawing/2014/main" id="{37EAB656-4FAC-6320-4C58-4323C94E71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7725" y="8305800"/>
          <a:ext cx="1905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26720" imgH="164880" progId="Equation.3">
                  <p:embed/>
                </p:oleObj>
              </mc:Choice>
              <mc:Fallback>
                <p:oleObj name="Equation" r:id="rId37" imgW="126720" imgH="16488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7725" y="8305800"/>
                        <a:ext cx="190500" cy="252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4">
            <a:extLst>
              <a:ext uri="{FF2B5EF4-FFF2-40B4-BE49-F238E27FC236}">
                <a16:creationId xmlns:a16="http://schemas.microsoft.com/office/drawing/2014/main" id="{14574EAE-CB4B-D347-F16D-32AD8FABD7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5950" y="2590800"/>
          <a:ext cx="7429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241200" progId="Equation.3">
                  <p:embed/>
                </p:oleObj>
              </mc:Choice>
              <mc:Fallback>
                <p:oleObj name="Equation" r:id="rId2" imgW="49500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2590800"/>
                        <a:ext cx="7429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5">
            <a:extLst>
              <a:ext uri="{FF2B5EF4-FFF2-40B4-BE49-F238E27FC236}">
                <a16:creationId xmlns:a16="http://schemas.microsoft.com/office/drawing/2014/main" id="{8C9F7F7A-CF88-0848-0980-D52F9EB02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429000"/>
          <a:ext cx="266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28600" progId="Equation.3">
                  <p:embed/>
                </p:oleObj>
              </mc:Choice>
              <mc:Fallback>
                <p:oleObj name="Equation" r:id="rId4" imgW="1774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429000"/>
                        <a:ext cx="266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6">
            <a:extLst>
              <a:ext uri="{FF2B5EF4-FFF2-40B4-BE49-F238E27FC236}">
                <a16:creationId xmlns:a16="http://schemas.microsoft.com/office/drawing/2014/main" id="{50114F78-F1CA-E29B-2301-F46F11F09C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770438"/>
          <a:ext cx="1905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215640" progId="Equation.3">
                  <p:embed/>
                </p:oleObj>
              </mc:Choice>
              <mc:Fallback>
                <p:oleObj name="Equation" r:id="rId6" imgW="12672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770438"/>
                        <a:ext cx="1905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Line 8">
            <a:extLst>
              <a:ext uri="{FF2B5EF4-FFF2-40B4-BE49-F238E27FC236}">
                <a16:creationId xmlns:a16="http://schemas.microsoft.com/office/drawing/2014/main" id="{4A1C4B42-2879-8381-0D17-355E818E5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621088"/>
            <a:ext cx="35814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3566" name="Arc 9">
            <a:extLst>
              <a:ext uri="{FF2B5EF4-FFF2-40B4-BE49-F238E27FC236}">
                <a16:creationId xmlns:a16="http://schemas.microsoft.com/office/drawing/2014/main" id="{C245E14C-1D7B-42A0-92DA-AB9CAD811A48}"/>
              </a:ext>
            </a:extLst>
          </p:cNvPr>
          <p:cNvSpPr>
            <a:spLocks noChangeAspect="1"/>
          </p:cNvSpPr>
          <p:nvPr/>
        </p:nvSpPr>
        <p:spPr bwMode="auto">
          <a:xfrm rot="8400000" flipH="1">
            <a:off x="2305050" y="3289300"/>
            <a:ext cx="203200" cy="352425"/>
          </a:xfrm>
          <a:custGeom>
            <a:avLst/>
            <a:gdLst>
              <a:gd name="T0" fmla="*/ 750142 w 21391"/>
              <a:gd name="T1" fmla="*/ 0 h 19936"/>
              <a:gd name="T2" fmla="*/ 1930262 w 21391"/>
              <a:gd name="T3" fmla="*/ 5293216 h 19936"/>
              <a:gd name="T4" fmla="*/ 0 w 21391"/>
              <a:gd name="T5" fmla="*/ 6230105 h 19936"/>
              <a:gd name="T6" fmla="*/ 0 60000 65536"/>
              <a:gd name="T7" fmla="*/ 0 60000 65536"/>
              <a:gd name="T8" fmla="*/ 0 60000 65536"/>
              <a:gd name="T9" fmla="*/ 0 w 21391"/>
              <a:gd name="T10" fmla="*/ 0 h 19936"/>
              <a:gd name="T11" fmla="*/ 21391 w 21391"/>
              <a:gd name="T12" fmla="*/ 19936 h 199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91" h="19936" fill="none" extrusionOk="0">
                <a:moveTo>
                  <a:pt x="8313" y="-1"/>
                </a:moveTo>
                <a:cubicBezTo>
                  <a:pt x="15359" y="2937"/>
                  <a:pt x="20331" y="9377"/>
                  <a:pt x="21390" y="16938"/>
                </a:cubicBezTo>
              </a:path>
              <a:path w="21391" h="19936" stroke="0" extrusionOk="0">
                <a:moveTo>
                  <a:pt x="8313" y="-1"/>
                </a:moveTo>
                <a:cubicBezTo>
                  <a:pt x="15359" y="2937"/>
                  <a:pt x="20331" y="9377"/>
                  <a:pt x="21390" y="16938"/>
                </a:cubicBezTo>
                <a:lnTo>
                  <a:pt x="0" y="19936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1711" tIns="30855" rIns="61711" bIns="30855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3567" name="Line 12">
            <a:extLst>
              <a:ext uri="{FF2B5EF4-FFF2-40B4-BE49-F238E27FC236}">
                <a16:creationId xmlns:a16="http://schemas.microsoft.com/office/drawing/2014/main" id="{36ECA403-0F6F-17E0-52B2-3CC6EC33A6EF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2582068" y="1402557"/>
            <a:ext cx="1084263" cy="3352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3568" name="Line 13">
            <a:extLst>
              <a:ext uri="{FF2B5EF4-FFF2-40B4-BE49-F238E27FC236}">
                <a16:creationId xmlns:a16="http://schemas.microsoft.com/office/drawing/2014/main" id="{DF87BB09-C986-5B40-1BFB-30E3CAF30A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621088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3569" name="Line 14">
            <a:extLst>
              <a:ext uri="{FF2B5EF4-FFF2-40B4-BE49-F238E27FC236}">
                <a16:creationId xmlns:a16="http://schemas.microsoft.com/office/drawing/2014/main" id="{E3D7DA45-AFD6-BE19-1FA2-AFF581211E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7800" y="2286000"/>
            <a:ext cx="2362200" cy="1335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3570" name="Line 15">
            <a:extLst>
              <a:ext uri="{FF2B5EF4-FFF2-40B4-BE49-F238E27FC236}">
                <a16:creationId xmlns:a16="http://schemas.microsoft.com/office/drawing/2014/main" id="{908E01AD-8E0D-C0A7-A9C9-3D2C87550C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2362200"/>
            <a:ext cx="1371600" cy="25844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3571" name="Line 16">
            <a:extLst>
              <a:ext uri="{FF2B5EF4-FFF2-40B4-BE49-F238E27FC236}">
                <a16:creationId xmlns:a16="http://schemas.microsoft.com/office/drawing/2014/main" id="{03AF2110-E444-55A7-B41F-8425954C87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89075" y="3671888"/>
            <a:ext cx="1025525" cy="127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3572" name="Oval 17">
            <a:extLst>
              <a:ext uri="{FF2B5EF4-FFF2-40B4-BE49-F238E27FC236}">
                <a16:creationId xmlns:a16="http://schemas.microsoft.com/office/drawing/2014/main" id="{E1A21D78-EFD9-1B78-4DF8-DC9479BD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5687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3573" name="Oval 19">
            <a:extLst>
              <a:ext uri="{FF2B5EF4-FFF2-40B4-BE49-F238E27FC236}">
                <a16:creationId xmlns:a16="http://schemas.microsoft.com/office/drawing/2014/main" id="{1F83AB0B-C781-98C4-EC51-934DFB05C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895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23557" name="Object 22">
            <a:extLst>
              <a:ext uri="{FF2B5EF4-FFF2-40B4-BE49-F238E27FC236}">
                <a16:creationId xmlns:a16="http://schemas.microsoft.com/office/drawing/2014/main" id="{B22F2C92-6A8C-F58F-6FD1-CE5B09536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3430588"/>
          <a:ext cx="2667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28600" progId="Equation.3">
                  <p:embed/>
                </p:oleObj>
              </mc:Choice>
              <mc:Fallback>
                <p:oleObj name="Equation" r:id="rId8" imgW="17748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430588"/>
                        <a:ext cx="266700" cy="347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32">
            <a:extLst>
              <a:ext uri="{FF2B5EF4-FFF2-40B4-BE49-F238E27FC236}">
                <a16:creationId xmlns:a16="http://schemas.microsoft.com/office/drawing/2014/main" id="{41CC6004-D539-0DF3-FCF4-FB1D0B372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625" y="5791200"/>
          <a:ext cx="21145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09400" imgH="279360" progId="Equation.3">
                  <p:embed/>
                </p:oleObj>
              </mc:Choice>
              <mc:Fallback>
                <p:oleObj name="Equation" r:id="rId10" imgW="1409400" imgH="27936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5791200"/>
                        <a:ext cx="211455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4" name="Text Box 36">
            <a:extLst>
              <a:ext uri="{FF2B5EF4-FFF2-40B4-BE49-F238E27FC236}">
                <a16:creationId xmlns:a16="http://schemas.microsoft.com/office/drawing/2014/main" id="{9853008C-5234-0587-648D-A1891CD59BD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971800" y="5913438"/>
            <a:ext cx="12954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이면 </a:t>
            </a:r>
            <a:r>
              <a:rPr lang="en-US" altLang="ko-KR" sz="1200" b="1">
                <a:latin typeface="Times New Roman" panose="02020603050405020304" pitchFamily="18" charset="0"/>
              </a:rPr>
              <a:t>culling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23575" name="Text Box 54">
            <a:extLst>
              <a:ext uri="{FF2B5EF4-FFF2-40B4-BE49-F238E27FC236}">
                <a16:creationId xmlns:a16="http://schemas.microsoft.com/office/drawing/2014/main" id="{67CB1B33-16ED-6237-3DB1-CD4FAE94B56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960438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2. </a:t>
            </a:r>
            <a:r>
              <a:rPr lang="ko-KR" altLang="en-US" sz="1400" b="1">
                <a:latin typeface="Times New Roman" panose="02020603050405020304" pitchFamily="18" charset="0"/>
              </a:rPr>
              <a:t>구일 경우</a:t>
            </a:r>
            <a:endParaRPr lang="ko-KR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23576" name="Group 56">
            <a:extLst>
              <a:ext uri="{FF2B5EF4-FFF2-40B4-BE49-F238E27FC236}">
                <a16:creationId xmlns:a16="http://schemas.microsoft.com/office/drawing/2014/main" id="{52FDD7AC-FE86-2D95-D492-C95F2A27AFF5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828800"/>
            <a:ext cx="838200" cy="838200"/>
            <a:chOff x="2064" y="480"/>
            <a:chExt cx="528" cy="528"/>
          </a:xfrm>
        </p:grpSpPr>
        <p:sp>
          <p:nvSpPr>
            <p:cNvPr id="23580" name="Oval 18">
              <a:extLst>
                <a:ext uri="{FF2B5EF4-FFF2-40B4-BE49-F238E27FC236}">
                  <a16:creationId xmlns:a16="http://schemas.microsoft.com/office/drawing/2014/main" id="{CF1B0F80-DF53-EAC8-1D0B-C717F9CDE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70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3581" name="Oval 55">
              <a:extLst>
                <a:ext uri="{FF2B5EF4-FFF2-40B4-BE49-F238E27FC236}">
                  <a16:creationId xmlns:a16="http://schemas.microsoft.com/office/drawing/2014/main" id="{69849394-37B3-C03C-997E-C4B2B8B33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480"/>
              <a:ext cx="528" cy="52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aphicFrame>
        <p:nvGraphicFramePr>
          <p:cNvPr id="23559" name="Object 2">
            <a:extLst>
              <a:ext uri="{FF2B5EF4-FFF2-40B4-BE49-F238E27FC236}">
                <a16:creationId xmlns:a16="http://schemas.microsoft.com/office/drawing/2014/main" id="{1F874E6E-4E91-B02D-03F2-894C3DBEFE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1676400"/>
          <a:ext cx="3619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200" imgH="241200" progId="Equation.3">
                  <p:embed/>
                </p:oleObj>
              </mc:Choice>
              <mc:Fallback>
                <p:oleObj name="Equation" r:id="rId12" imgW="24120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1676400"/>
                        <a:ext cx="361950" cy="374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7" name="Arc 57">
            <a:extLst>
              <a:ext uri="{FF2B5EF4-FFF2-40B4-BE49-F238E27FC236}">
                <a16:creationId xmlns:a16="http://schemas.microsoft.com/office/drawing/2014/main" id="{B82BF082-62DF-C566-F9BA-AF10CB224055}"/>
              </a:ext>
            </a:extLst>
          </p:cNvPr>
          <p:cNvSpPr>
            <a:spLocks noChangeAspect="1"/>
          </p:cNvSpPr>
          <p:nvPr/>
        </p:nvSpPr>
        <p:spPr bwMode="auto">
          <a:xfrm rot="8400000" flipH="1">
            <a:off x="2616200" y="2805113"/>
            <a:ext cx="355600" cy="928687"/>
          </a:xfrm>
          <a:custGeom>
            <a:avLst/>
            <a:gdLst>
              <a:gd name="T0" fmla="*/ 2297312 w 21391"/>
              <a:gd name="T1" fmla="*/ 0 h 19936"/>
              <a:gd name="T2" fmla="*/ 5911428 w 21391"/>
              <a:gd name="T3" fmla="*/ 36755711 h 19936"/>
              <a:gd name="T4" fmla="*/ 0 w 21391"/>
              <a:gd name="T5" fmla="*/ 43261408 h 19936"/>
              <a:gd name="T6" fmla="*/ 0 60000 65536"/>
              <a:gd name="T7" fmla="*/ 0 60000 65536"/>
              <a:gd name="T8" fmla="*/ 0 60000 65536"/>
              <a:gd name="T9" fmla="*/ 0 w 21391"/>
              <a:gd name="T10" fmla="*/ 0 h 19936"/>
              <a:gd name="T11" fmla="*/ 21391 w 21391"/>
              <a:gd name="T12" fmla="*/ 19936 h 199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91" h="19936" fill="none" extrusionOk="0">
                <a:moveTo>
                  <a:pt x="8313" y="-1"/>
                </a:moveTo>
                <a:cubicBezTo>
                  <a:pt x="15359" y="2937"/>
                  <a:pt x="20331" y="9377"/>
                  <a:pt x="21390" y="16938"/>
                </a:cubicBezTo>
              </a:path>
              <a:path w="21391" h="19936" stroke="0" extrusionOk="0">
                <a:moveTo>
                  <a:pt x="8313" y="-1"/>
                </a:moveTo>
                <a:cubicBezTo>
                  <a:pt x="15359" y="2937"/>
                  <a:pt x="20331" y="9377"/>
                  <a:pt x="21390" y="16938"/>
                </a:cubicBezTo>
                <a:lnTo>
                  <a:pt x="0" y="19936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1711" tIns="30855" rIns="61711" bIns="30855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23560" name="Object 3">
            <a:extLst>
              <a:ext uri="{FF2B5EF4-FFF2-40B4-BE49-F238E27FC236}">
                <a16:creationId xmlns:a16="http://schemas.microsoft.com/office/drawing/2014/main" id="{D1013F52-B94A-4D80-C42C-F60B5FFC5C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2700" y="3276600"/>
          <a:ext cx="190500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77480" progId="Equation.3">
                  <p:embed/>
                </p:oleObj>
              </mc:Choice>
              <mc:Fallback>
                <p:oleObj name="Equation" r:id="rId14" imgW="126720" imgH="177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3276600"/>
                        <a:ext cx="190500" cy="2714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58">
            <a:extLst>
              <a:ext uri="{FF2B5EF4-FFF2-40B4-BE49-F238E27FC236}">
                <a16:creationId xmlns:a16="http://schemas.microsoft.com/office/drawing/2014/main" id="{C49FDEF6-9A45-4EB9-2A35-C77CE0FE6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9900" y="2952750"/>
          <a:ext cx="1905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0" imgH="203040" progId="Equation.3">
                  <p:embed/>
                </p:oleObj>
              </mc:Choice>
              <mc:Fallback>
                <p:oleObj name="Equation" r:id="rId16" imgW="126720" imgH="20304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2952750"/>
                        <a:ext cx="190500" cy="311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8" name="Line 59">
            <a:extLst>
              <a:ext uri="{FF2B5EF4-FFF2-40B4-BE49-F238E27FC236}">
                <a16:creationId xmlns:a16="http://schemas.microsoft.com/office/drawing/2014/main" id="{EC8D55E9-A7D2-D7B0-4BC9-C7FEC649C7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286000"/>
            <a:ext cx="3048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23562" name="Object 60">
            <a:extLst>
              <a:ext uri="{FF2B5EF4-FFF2-40B4-BE49-F238E27FC236}">
                <a16:creationId xmlns:a16="http://schemas.microsoft.com/office/drawing/2014/main" id="{4C922490-C310-2734-897F-5C95DDF6F6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2209800"/>
          <a:ext cx="152400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1520" imgH="126720" progId="Equation.3">
                  <p:embed/>
                </p:oleObj>
              </mc:Choice>
              <mc:Fallback>
                <p:oleObj name="Equation" r:id="rId18" imgW="101520" imgH="12672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209800"/>
                        <a:ext cx="152400" cy="193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61">
            <a:extLst>
              <a:ext uri="{FF2B5EF4-FFF2-40B4-BE49-F238E27FC236}">
                <a16:creationId xmlns:a16="http://schemas.microsoft.com/office/drawing/2014/main" id="{C70A3682-1183-6872-AE79-2B562DDAAD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481388"/>
          <a:ext cx="1905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64880" progId="Equation.3">
                  <p:embed/>
                </p:oleObj>
              </mc:Choice>
              <mc:Fallback>
                <p:oleObj name="Equation" r:id="rId20" imgW="126720" imgH="16488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481388"/>
                        <a:ext cx="190500" cy="2524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62">
            <a:extLst>
              <a:ext uri="{FF2B5EF4-FFF2-40B4-BE49-F238E27FC236}">
                <a16:creationId xmlns:a16="http://schemas.microsoft.com/office/drawing/2014/main" id="{B688B53C-BD54-8A90-4797-EB55B45EA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6726238"/>
          <a:ext cx="234315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62040" imgH="1066680" progId="Equation.3">
                  <p:embed/>
                </p:oleObj>
              </mc:Choice>
              <mc:Fallback>
                <p:oleObj name="Equation" r:id="rId22" imgW="1562040" imgH="106668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6726238"/>
                        <a:ext cx="234315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Text Box 63">
            <a:extLst>
              <a:ext uri="{FF2B5EF4-FFF2-40B4-BE49-F238E27FC236}">
                <a16:creationId xmlns:a16="http://schemas.microsoft.com/office/drawing/2014/main" id="{BCDDED39-F288-9ED5-CD63-C16D014B145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38200" y="1341438"/>
            <a:ext cx="48768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점일 경우에 대해서 </a:t>
            </a:r>
            <a:r>
              <a:rPr lang="en-US" altLang="ko-KR" sz="1200" b="1">
                <a:latin typeface="Times New Roman" panose="02020603050405020304" pitchFamily="18" charset="0"/>
              </a:rPr>
              <a:t>1</a:t>
            </a:r>
            <a:r>
              <a:rPr lang="ko-KR" altLang="en-US" sz="1200" b="1">
                <a:latin typeface="Times New Roman" panose="02020603050405020304" pitchFamily="18" charset="0"/>
              </a:rPr>
              <a:t>번을 다음과 같이 수정하면 된다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6" name="AutoShape 93">
            <a:extLst>
              <a:ext uri="{FF2B5EF4-FFF2-40B4-BE49-F238E27FC236}">
                <a16:creationId xmlns:a16="http://schemas.microsoft.com/office/drawing/2014/main" id="{A88E14AB-81F8-6388-246D-33FAA78A7D9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38600" y="2209800"/>
            <a:ext cx="2362200" cy="1600200"/>
          </a:xfrm>
          <a:prstGeom prst="parallelogram">
            <a:avLst>
              <a:gd name="adj" fmla="val 41183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24578" name="Object 30">
            <a:extLst>
              <a:ext uri="{FF2B5EF4-FFF2-40B4-BE49-F238E27FC236}">
                <a16:creationId xmlns:a16="http://schemas.microsoft.com/office/drawing/2014/main" id="{66EBD87A-83E6-D964-ADC2-75E32C7A63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1371600"/>
          <a:ext cx="3619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241200" progId="Equation.3">
                  <p:embed/>
                </p:oleObj>
              </mc:Choice>
              <mc:Fallback>
                <p:oleObj name="Equation" r:id="rId2" imgW="241200" imgH="2412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371600"/>
                        <a:ext cx="3619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2">
            <a:extLst>
              <a:ext uri="{FF2B5EF4-FFF2-40B4-BE49-F238E27FC236}">
                <a16:creationId xmlns:a16="http://schemas.microsoft.com/office/drawing/2014/main" id="{BE9F9C87-45C4-C479-9FB3-D833EFBCC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050" y="1987550"/>
          <a:ext cx="7429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000" imgH="241200" progId="Equation.3">
                  <p:embed/>
                </p:oleObj>
              </mc:Choice>
              <mc:Fallback>
                <p:oleObj name="Equation" r:id="rId4" imgW="495000" imgH="241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1987550"/>
                        <a:ext cx="7429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33">
            <a:extLst>
              <a:ext uri="{FF2B5EF4-FFF2-40B4-BE49-F238E27FC236}">
                <a16:creationId xmlns:a16="http://schemas.microsoft.com/office/drawing/2014/main" id="{4528CFAA-B407-4C1D-FD38-70A16AD0B2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" y="2813050"/>
          <a:ext cx="266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228600" progId="Equation.3">
                  <p:embed/>
                </p:oleObj>
              </mc:Choice>
              <mc:Fallback>
                <p:oleObj name="Equation" r:id="rId6" imgW="177480" imgH="228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2813050"/>
                        <a:ext cx="266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34">
            <a:extLst>
              <a:ext uri="{FF2B5EF4-FFF2-40B4-BE49-F238E27FC236}">
                <a16:creationId xmlns:a16="http://schemas.microsoft.com/office/drawing/2014/main" id="{3938682F-68A3-83E9-BA5B-36C008561A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4154488"/>
          <a:ext cx="1905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215640" progId="Equation.3">
                  <p:embed/>
                </p:oleObj>
              </mc:Choice>
              <mc:Fallback>
                <p:oleObj name="Equation" r:id="rId8" imgW="126720" imgH="2156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4154488"/>
                        <a:ext cx="19050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7" name="Line 36">
            <a:extLst>
              <a:ext uri="{FF2B5EF4-FFF2-40B4-BE49-F238E27FC236}">
                <a16:creationId xmlns:a16="http://schemas.microsoft.com/office/drawing/2014/main" id="{CD3EED5A-7F05-D54B-D42A-BE10E56BF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011488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4598" name="Arc 37">
            <a:extLst>
              <a:ext uri="{FF2B5EF4-FFF2-40B4-BE49-F238E27FC236}">
                <a16:creationId xmlns:a16="http://schemas.microsoft.com/office/drawing/2014/main" id="{B05907A6-6050-D89F-2BEB-9FC89EDE06F5}"/>
              </a:ext>
            </a:extLst>
          </p:cNvPr>
          <p:cNvSpPr>
            <a:spLocks noChangeAspect="1"/>
          </p:cNvSpPr>
          <p:nvPr/>
        </p:nvSpPr>
        <p:spPr bwMode="auto">
          <a:xfrm rot="8400000" flipH="1">
            <a:off x="1989138" y="2439988"/>
            <a:ext cx="203200" cy="620712"/>
          </a:xfrm>
          <a:custGeom>
            <a:avLst/>
            <a:gdLst>
              <a:gd name="T0" fmla="*/ 750142 w 21391"/>
              <a:gd name="T1" fmla="*/ 0 h 19936"/>
              <a:gd name="T2" fmla="*/ 1930262 w 21391"/>
              <a:gd name="T3" fmla="*/ 16419758 h 19936"/>
              <a:gd name="T4" fmla="*/ 0 w 21391"/>
              <a:gd name="T5" fmla="*/ 19326013 h 19936"/>
              <a:gd name="T6" fmla="*/ 0 60000 65536"/>
              <a:gd name="T7" fmla="*/ 0 60000 65536"/>
              <a:gd name="T8" fmla="*/ 0 60000 65536"/>
              <a:gd name="T9" fmla="*/ 0 w 21391"/>
              <a:gd name="T10" fmla="*/ 0 h 19936"/>
              <a:gd name="T11" fmla="*/ 21391 w 21391"/>
              <a:gd name="T12" fmla="*/ 19936 h 199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91" h="19936" fill="none" extrusionOk="0">
                <a:moveTo>
                  <a:pt x="8313" y="-1"/>
                </a:moveTo>
                <a:cubicBezTo>
                  <a:pt x="15359" y="2937"/>
                  <a:pt x="20331" y="9377"/>
                  <a:pt x="21390" y="16938"/>
                </a:cubicBezTo>
              </a:path>
              <a:path w="21391" h="19936" stroke="0" extrusionOk="0">
                <a:moveTo>
                  <a:pt x="8313" y="-1"/>
                </a:moveTo>
                <a:cubicBezTo>
                  <a:pt x="15359" y="2937"/>
                  <a:pt x="20331" y="9377"/>
                  <a:pt x="21390" y="16938"/>
                </a:cubicBezTo>
                <a:lnTo>
                  <a:pt x="0" y="19936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1711" tIns="30855" rIns="61711" bIns="30855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4599" name="Line 38">
            <a:extLst>
              <a:ext uri="{FF2B5EF4-FFF2-40B4-BE49-F238E27FC236}">
                <a16:creationId xmlns:a16="http://schemas.microsoft.com/office/drawing/2014/main" id="{F20A8EA1-EF60-D1EE-A145-E12A9635A9DC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029744" y="1200944"/>
            <a:ext cx="1179512" cy="480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600" name="Line 40">
            <a:extLst>
              <a:ext uri="{FF2B5EF4-FFF2-40B4-BE49-F238E27FC236}">
                <a16:creationId xmlns:a16="http://schemas.microsoft.com/office/drawing/2014/main" id="{A22BA726-8B1C-F2BB-F187-696C77D214EC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3371056" y="362744"/>
            <a:ext cx="496888" cy="480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601" name="Line 41">
            <a:extLst>
              <a:ext uri="{FF2B5EF4-FFF2-40B4-BE49-F238E27FC236}">
                <a16:creationId xmlns:a16="http://schemas.microsoft.com/office/drawing/2014/main" id="{22FB49C5-9A71-A0CA-959F-21415077F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011488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4602" name="Line 42">
            <a:extLst>
              <a:ext uri="{FF2B5EF4-FFF2-40B4-BE49-F238E27FC236}">
                <a16:creationId xmlns:a16="http://schemas.microsoft.com/office/drawing/2014/main" id="{B0719F76-6017-8B5D-6839-A9FFB5E84C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1905000"/>
            <a:ext cx="1752600" cy="1106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4603" name="Line 43">
            <a:extLst>
              <a:ext uri="{FF2B5EF4-FFF2-40B4-BE49-F238E27FC236}">
                <a16:creationId xmlns:a16="http://schemas.microsoft.com/office/drawing/2014/main" id="{5D14EACD-BF48-293C-E8F3-4841A5BCA1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981200"/>
            <a:ext cx="1676400" cy="2590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4604" name="Line 44">
            <a:extLst>
              <a:ext uri="{FF2B5EF4-FFF2-40B4-BE49-F238E27FC236}">
                <a16:creationId xmlns:a16="http://schemas.microsoft.com/office/drawing/2014/main" id="{18917A07-3546-AD20-C250-51BEB28286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60475" y="3062288"/>
            <a:ext cx="111125" cy="15097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24605" name="Oval 45">
            <a:extLst>
              <a:ext uri="{FF2B5EF4-FFF2-40B4-BE49-F238E27FC236}">
                <a16:creationId xmlns:a16="http://schemas.microsoft.com/office/drawing/2014/main" id="{DAFE7100-0196-8DF9-10C1-0B6F1D78C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9591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4606" name="Oval 46">
            <a:extLst>
              <a:ext uri="{FF2B5EF4-FFF2-40B4-BE49-F238E27FC236}">
                <a16:creationId xmlns:a16="http://schemas.microsoft.com/office/drawing/2014/main" id="{54DF9114-00EE-C89F-8773-8A49A5AC9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836738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4607" name="Oval 47">
            <a:extLst>
              <a:ext uri="{FF2B5EF4-FFF2-40B4-BE49-F238E27FC236}">
                <a16:creationId xmlns:a16="http://schemas.microsoft.com/office/drawing/2014/main" id="{0EFE475B-C76C-0DD6-82FF-727E396D3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958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4608" name="Arc 48">
            <a:extLst>
              <a:ext uri="{FF2B5EF4-FFF2-40B4-BE49-F238E27FC236}">
                <a16:creationId xmlns:a16="http://schemas.microsoft.com/office/drawing/2014/main" id="{ECB20BA3-7C09-0D11-C1BF-364E3C845540}"/>
              </a:ext>
            </a:extLst>
          </p:cNvPr>
          <p:cNvSpPr>
            <a:spLocks/>
          </p:cNvSpPr>
          <p:nvPr/>
        </p:nvSpPr>
        <p:spPr bwMode="auto">
          <a:xfrm flipV="1">
            <a:off x="1295400" y="2779713"/>
            <a:ext cx="3778250" cy="496887"/>
          </a:xfrm>
          <a:custGeom>
            <a:avLst/>
            <a:gdLst>
              <a:gd name="T0" fmla="*/ 0 w 37318"/>
              <a:gd name="T1" fmla="*/ 5903063 h 21600"/>
              <a:gd name="T2" fmla="*/ 382527758 w 37318"/>
              <a:gd name="T3" fmla="*/ 5453794 h 21600"/>
              <a:gd name="T4" fmla="*/ 193795704 w 37318"/>
              <a:gd name="T5" fmla="*/ 11430401 h 21600"/>
              <a:gd name="T6" fmla="*/ 0 60000 65536"/>
              <a:gd name="T7" fmla="*/ 0 60000 65536"/>
              <a:gd name="T8" fmla="*/ 0 60000 65536"/>
              <a:gd name="T9" fmla="*/ 0 w 37318"/>
              <a:gd name="T10" fmla="*/ 0 h 21600"/>
              <a:gd name="T11" fmla="*/ 37318 w 3731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318" h="21600" fill="none" extrusionOk="0">
                <a:moveTo>
                  <a:pt x="-1" y="11154"/>
                </a:moveTo>
                <a:cubicBezTo>
                  <a:pt x="3801" y="4272"/>
                  <a:pt x="11043" y="-1"/>
                  <a:pt x="18906" y="0"/>
                </a:cubicBezTo>
                <a:cubicBezTo>
                  <a:pt x="26417" y="0"/>
                  <a:pt x="33390" y="3902"/>
                  <a:pt x="37318" y="10305"/>
                </a:cubicBezTo>
              </a:path>
              <a:path w="37318" h="21600" stroke="0" extrusionOk="0">
                <a:moveTo>
                  <a:pt x="-1" y="11154"/>
                </a:moveTo>
                <a:cubicBezTo>
                  <a:pt x="3801" y="4272"/>
                  <a:pt x="11043" y="-1"/>
                  <a:pt x="18906" y="0"/>
                </a:cubicBezTo>
                <a:cubicBezTo>
                  <a:pt x="26417" y="0"/>
                  <a:pt x="33390" y="3902"/>
                  <a:pt x="37318" y="10305"/>
                </a:cubicBezTo>
                <a:lnTo>
                  <a:pt x="18906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24582" name="Object 49">
            <a:extLst>
              <a:ext uri="{FF2B5EF4-FFF2-40B4-BE49-F238E27FC236}">
                <a16:creationId xmlns:a16="http://schemas.microsoft.com/office/drawing/2014/main" id="{2A23F85B-FE62-8793-BB65-722F539030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6425" y="2814638"/>
          <a:ext cx="2667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228600" progId="Equation.3">
                  <p:embed/>
                </p:oleObj>
              </mc:Choice>
              <mc:Fallback>
                <p:oleObj name="Equation" r:id="rId10" imgW="177480" imgH="2286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425" y="2814638"/>
                        <a:ext cx="266700" cy="347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9" name="Text Box 58">
            <a:extLst>
              <a:ext uri="{FF2B5EF4-FFF2-40B4-BE49-F238E27FC236}">
                <a16:creationId xmlns:a16="http://schemas.microsoft.com/office/drawing/2014/main" id="{42762621-F2E1-8B17-E141-649C762A38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9600" y="609600"/>
            <a:ext cx="32766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711" tIns="30855" rIns="61711" bIns="30855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Times New Roman" panose="02020603050405020304" pitchFamily="18" charset="0"/>
              </a:rPr>
              <a:t>Frustum culling </a:t>
            </a:r>
            <a:endParaRPr lang="en-US" altLang="ko-KR">
              <a:latin typeface="Times New Roman" panose="02020603050405020304" pitchFamily="18" charset="0"/>
            </a:endParaRPr>
          </a:p>
        </p:txBody>
      </p:sp>
      <p:sp>
        <p:nvSpPr>
          <p:cNvPr id="24610" name="Text Box 68">
            <a:extLst>
              <a:ext uri="{FF2B5EF4-FFF2-40B4-BE49-F238E27FC236}">
                <a16:creationId xmlns:a16="http://schemas.microsoft.com/office/drawing/2014/main" id="{64D476BA-346F-2F1A-458C-93D9B8054A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1143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1. </a:t>
            </a:r>
            <a:r>
              <a:rPr lang="ko-KR" altLang="en-US" sz="1400" b="1">
                <a:latin typeface="Times New Roman" panose="02020603050405020304" pitchFamily="18" charset="0"/>
              </a:rPr>
              <a:t>점일 경우</a:t>
            </a:r>
            <a:endParaRPr lang="ko-KR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24583" name="Object 69">
            <a:extLst>
              <a:ext uri="{FF2B5EF4-FFF2-40B4-BE49-F238E27FC236}">
                <a16:creationId xmlns:a16="http://schemas.microsoft.com/office/drawing/2014/main" id="{FBA86CD7-0CBE-F2AA-E86E-0793B91A38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167063"/>
          <a:ext cx="1905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64880" progId="Equation.3">
                  <p:embed/>
                </p:oleObj>
              </mc:Choice>
              <mc:Fallback>
                <p:oleObj name="Equation" r:id="rId12" imgW="126720" imgH="16488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167063"/>
                        <a:ext cx="190500" cy="2524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11" name="Group 99">
            <a:extLst>
              <a:ext uri="{FF2B5EF4-FFF2-40B4-BE49-F238E27FC236}">
                <a16:creationId xmlns:a16="http://schemas.microsoft.com/office/drawing/2014/main" id="{63CD79D8-A3BA-2FE7-32AD-5D69EC7B544E}"/>
              </a:ext>
            </a:extLst>
          </p:cNvPr>
          <p:cNvGrpSpPr>
            <a:grpSpLocks/>
          </p:cNvGrpSpPr>
          <p:nvPr/>
        </p:nvGrpSpPr>
        <p:grpSpPr bwMode="auto">
          <a:xfrm>
            <a:off x="4533900" y="1371600"/>
            <a:ext cx="342900" cy="762000"/>
            <a:chOff x="2856" y="864"/>
            <a:chExt cx="216" cy="480"/>
          </a:xfrm>
        </p:grpSpPr>
        <p:sp>
          <p:nvSpPr>
            <p:cNvPr id="24623" name="Line 83">
              <a:extLst>
                <a:ext uri="{FF2B5EF4-FFF2-40B4-BE49-F238E27FC236}">
                  <a16:creationId xmlns:a16="http://schemas.microsoft.com/office/drawing/2014/main" id="{5FEB679E-45C6-1C91-5EDB-F76CC224A9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82" y="1104"/>
              <a:ext cx="68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graphicFrame>
          <p:nvGraphicFramePr>
            <p:cNvPr id="24595" name="Object 88">
              <a:extLst>
                <a:ext uri="{FF2B5EF4-FFF2-40B4-BE49-F238E27FC236}">
                  <a16:creationId xmlns:a16="http://schemas.microsoft.com/office/drawing/2014/main" id="{F3502170-B0E2-E07E-B1A2-8BB5736449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56" y="864"/>
            <a:ext cx="216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28600" imgH="241200" progId="Equation.3">
                    <p:embed/>
                  </p:oleObj>
                </mc:Choice>
                <mc:Fallback>
                  <p:oleObj name="Equation" r:id="rId14" imgW="228600" imgH="241200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6" y="864"/>
                          <a:ext cx="216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612" name="Group 97">
            <a:extLst>
              <a:ext uri="{FF2B5EF4-FFF2-40B4-BE49-F238E27FC236}">
                <a16:creationId xmlns:a16="http://schemas.microsoft.com/office/drawing/2014/main" id="{B71E5DE6-86D7-EA5D-CB3B-695F734D3A64}"/>
              </a:ext>
            </a:extLst>
          </p:cNvPr>
          <p:cNvGrpSpPr>
            <a:grpSpLocks/>
          </p:cNvGrpSpPr>
          <p:nvPr/>
        </p:nvGrpSpPr>
        <p:grpSpPr bwMode="auto">
          <a:xfrm>
            <a:off x="4514850" y="3781425"/>
            <a:ext cx="514350" cy="714375"/>
            <a:chOff x="2796" y="2382"/>
            <a:chExt cx="324" cy="450"/>
          </a:xfrm>
        </p:grpSpPr>
        <p:sp>
          <p:nvSpPr>
            <p:cNvPr id="24622" name="Line 84">
              <a:extLst>
                <a:ext uri="{FF2B5EF4-FFF2-40B4-BE49-F238E27FC236}">
                  <a16:creationId xmlns:a16="http://schemas.microsoft.com/office/drawing/2014/main" id="{B948C1B1-3F07-31B1-779B-3D116C9BA9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2" y="2382"/>
              <a:ext cx="68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graphicFrame>
          <p:nvGraphicFramePr>
            <p:cNvPr id="24594" name="Object 89">
              <a:extLst>
                <a:ext uri="{FF2B5EF4-FFF2-40B4-BE49-F238E27FC236}">
                  <a16:creationId xmlns:a16="http://schemas.microsoft.com/office/drawing/2014/main" id="{DEC0E1C6-03C5-A7C5-B90E-3C6F1901D4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96" y="2608"/>
            <a:ext cx="32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42720" imgH="228600" progId="Equation.3">
                    <p:embed/>
                  </p:oleObj>
                </mc:Choice>
                <mc:Fallback>
                  <p:oleObj name="Equation" r:id="rId16" imgW="342720" imgH="228600" progId="Equation.3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6" y="2608"/>
                          <a:ext cx="324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613" name="Group 98">
            <a:extLst>
              <a:ext uri="{FF2B5EF4-FFF2-40B4-BE49-F238E27FC236}">
                <a16:creationId xmlns:a16="http://schemas.microsoft.com/office/drawing/2014/main" id="{2A6D8EF9-3525-2E1C-CF7C-DC4E6B0A6D3D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667000"/>
            <a:ext cx="568325" cy="381000"/>
            <a:chOff x="3408" y="1680"/>
            <a:chExt cx="358" cy="240"/>
          </a:xfrm>
        </p:grpSpPr>
        <p:sp>
          <p:nvSpPr>
            <p:cNvPr id="24621" name="Line 85">
              <a:extLst>
                <a:ext uri="{FF2B5EF4-FFF2-40B4-BE49-F238E27FC236}">
                  <a16:creationId xmlns:a16="http://schemas.microsoft.com/office/drawing/2014/main" id="{C3FBB12A-3298-939D-7F06-F14A28D734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1920"/>
              <a:ext cx="2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graphicFrame>
          <p:nvGraphicFramePr>
            <p:cNvPr id="24593" name="Object 90">
              <a:extLst>
                <a:ext uri="{FF2B5EF4-FFF2-40B4-BE49-F238E27FC236}">
                  <a16:creationId xmlns:a16="http://schemas.microsoft.com/office/drawing/2014/main" id="{43D0E359-782A-E7F0-BE41-D55AE230A2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66" y="1680"/>
            <a:ext cx="30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17160" imgH="241200" progId="Equation.3">
                    <p:embed/>
                  </p:oleObj>
                </mc:Choice>
                <mc:Fallback>
                  <p:oleObj name="Equation" r:id="rId18" imgW="317160" imgH="241200" progId="Equation.3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6" y="1680"/>
                          <a:ext cx="300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614" name="Text Box 92">
            <a:extLst>
              <a:ext uri="{FF2B5EF4-FFF2-40B4-BE49-F238E27FC236}">
                <a16:creationId xmlns:a16="http://schemas.microsoft.com/office/drawing/2014/main" id="{62F72A36-02CC-D10A-4048-D21285AB491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5410200"/>
            <a:ext cx="5486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Frustum</a:t>
            </a:r>
            <a:r>
              <a:rPr lang="ko-KR" altLang="en-US" sz="1200" b="1">
                <a:latin typeface="Times New Roman" panose="02020603050405020304" pitchFamily="18" charset="0"/>
              </a:rPr>
              <a:t>을 이루는 면들의 평면 </a:t>
            </a:r>
            <a:r>
              <a:rPr lang="en-US" altLang="ko-KR" sz="1200" b="1">
                <a:latin typeface="Times New Roman" panose="02020603050405020304" pitchFamily="18" charset="0"/>
              </a:rPr>
              <a:t>vector</a:t>
            </a:r>
            <a:r>
              <a:rPr lang="ko-KR" altLang="en-US" sz="1200" b="1">
                <a:latin typeface="Times New Roman" panose="02020603050405020304" pitchFamily="18" charset="0"/>
              </a:rPr>
              <a:t>의 내적으로써 객체의 위치가 </a:t>
            </a:r>
            <a:r>
              <a:rPr lang="en-US" altLang="ko-KR" sz="1200" b="1">
                <a:latin typeface="Times New Roman" panose="02020603050405020304" pitchFamily="18" charset="0"/>
              </a:rPr>
              <a:t>Frustum</a:t>
            </a:r>
            <a:r>
              <a:rPr lang="ko-KR" altLang="en-US" sz="1200" b="1">
                <a:latin typeface="Times New Roman" panose="02020603050405020304" pitchFamily="18" charset="0"/>
              </a:rPr>
              <a:t>의 내외부에 있는지 판단한다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24615" name="Line 94">
            <a:extLst>
              <a:ext uri="{FF2B5EF4-FFF2-40B4-BE49-F238E27FC236}">
                <a16:creationId xmlns:a16="http://schemas.microsoft.com/office/drawing/2014/main" id="{4D2CCBBB-14A6-FFE6-3FD3-4F33A1EAA2F9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2286000" y="838200"/>
            <a:ext cx="1143000" cy="3124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616" name="Line 95">
            <a:extLst>
              <a:ext uri="{FF2B5EF4-FFF2-40B4-BE49-F238E27FC236}">
                <a16:creationId xmlns:a16="http://schemas.microsoft.com/office/drawing/2014/main" id="{E5DE68D6-1C39-AC2F-A095-A87554A6FC09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628900" y="1714500"/>
            <a:ext cx="457200" cy="31242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aphicFrame>
        <p:nvGraphicFramePr>
          <p:cNvPr id="24584" name="Object 31">
            <a:extLst>
              <a:ext uri="{FF2B5EF4-FFF2-40B4-BE49-F238E27FC236}">
                <a16:creationId xmlns:a16="http://schemas.microsoft.com/office/drawing/2014/main" id="{D878B482-4DD3-88E8-BCD9-CCC3C6B945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438400"/>
          <a:ext cx="190500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3">
                  <p:embed/>
                </p:oleObj>
              </mc:Choice>
              <mc:Fallback>
                <p:oleObj name="Equation" r:id="rId20" imgW="126720" imgH="1774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438400"/>
                        <a:ext cx="190500" cy="2714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17" name="Group 96">
            <a:extLst>
              <a:ext uri="{FF2B5EF4-FFF2-40B4-BE49-F238E27FC236}">
                <a16:creationId xmlns:a16="http://schemas.microsoft.com/office/drawing/2014/main" id="{0A1CAF0D-07D0-8288-2AF0-9E69272B4FC3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133600"/>
            <a:ext cx="381000" cy="371475"/>
            <a:chOff x="2352" y="864"/>
            <a:chExt cx="240" cy="234"/>
          </a:xfrm>
        </p:grpSpPr>
        <p:sp>
          <p:nvSpPr>
            <p:cNvPr id="24620" name="Line 86">
              <a:extLst>
                <a:ext uri="{FF2B5EF4-FFF2-40B4-BE49-F238E27FC236}">
                  <a16:creationId xmlns:a16="http://schemas.microsoft.com/office/drawing/2014/main" id="{DD0DAD44-6D6F-2ECA-9A23-8541762CB3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0" y="1098"/>
              <a:ext cx="2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graphicFrame>
          <p:nvGraphicFramePr>
            <p:cNvPr id="24592" name="Object 91">
              <a:extLst>
                <a:ext uri="{FF2B5EF4-FFF2-40B4-BE49-F238E27FC236}">
                  <a16:creationId xmlns:a16="http://schemas.microsoft.com/office/drawing/2014/main" id="{24670707-069F-1679-5691-C02EE0DA9C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2" y="864"/>
            <a:ext cx="24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53800" imgH="228600" progId="Equation.3">
                    <p:embed/>
                  </p:oleObj>
                </mc:Choice>
                <mc:Fallback>
                  <p:oleObj name="Equation" r:id="rId22" imgW="253800" imgH="228600" progId="Equation.3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864"/>
                          <a:ext cx="240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85" name="Object 102">
            <a:extLst>
              <a:ext uri="{FF2B5EF4-FFF2-40B4-BE49-F238E27FC236}">
                <a16:creationId xmlns:a16="http://schemas.microsoft.com/office/drawing/2014/main" id="{05879C4C-7320-C199-16FD-72FCA1A28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5943600"/>
          <a:ext cx="26479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65080" imgH="241200" progId="Equation.3">
                  <p:embed/>
                </p:oleObj>
              </mc:Choice>
              <mc:Fallback>
                <p:oleObj name="Equation" r:id="rId24" imgW="1765080" imgH="241200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943600"/>
                        <a:ext cx="26479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3">
            <a:extLst>
              <a:ext uri="{FF2B5EF4-FFF2-40B4-BE49-F238E27FC236}">
                <a16:creationId xmlns:a16="http://schemas.microsoft.com/office/drawing/2014/main" id="{E0F05112-0255-9DF9-F622-AAAEB50F69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700" y="2124075"/>
          <a:ext cx="3429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28600" imgH="241200" progId="Equation.3">
                  <p:embed/>
                </p:oleObj>
              </mc:Choice>
              <mc:Fallback>
                <p:oleObj name="Equation" r:id="rId26" imgW="228600" imgH="24120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2124075"/>
                        <a:ext cx="3429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8" name="Line 105">
            <a:extLst>
              <a:ext uri="{FF2B5EF4-FFF2-40B4-BE49-F238E27FC236}">
                <a16:creationId xmlns:a16="http://schemas.microsoft.com/office/drawing/2014/main" id="{86A38352-214F-CD23-D190-0412B78DAB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16025" y="2514600"/>
            <a:ext cx="3175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24587" name="Object 108">
            <a:extLst>
              <a:ext uri="{FF2B5EF4-FFF2-40B4-BE49-F238E27FC236}">
                <a16:creationId xmlns:a16="http://schemas.microsoft.com/office/drawing/2014/main" id="{95D343C6-B2D3-7B14-AA1C-7AC8D851D3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6248400"/>
          <a:ext cx="26670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777680" imgH="241200" progId="Equation.3">
                  <p:embed/>
                </p:oleObj>
              </mc:Choice>
              <mc:Fallback>
                <p:oleObj name="Equation" r:id="rId28" imgW="1777680" imgH="241200" progId="Equation.3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6248400"/>
                        <a:ext cx="26670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9" name="Line 109">
            <a:extLst>
              <a:ext uri="{FF2B5EF4-FFF2-40B4-BE49-F238E27FC236}">
                <a16:creationId xmlns:a16="http://schemas.microsoft.com/office/drawing/2014/main" id="{9C17E3B3-26C1-B8E7-D58A-1486CCD33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048000"/>
            <a:ext cx="3810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24588" name="Object 110">
            <a:extLst>
              <a:ext uri="{FF2B5EF4-FFF2-40B4-BE49-F238E27FC236}">
                <a16:creationId xmlns:a16="http://schemas.microsoft.com/office/drawing/2014/main" id="{C1DE377B-1F48-4C97-3CCE-2FB648478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4950" y="3200400"/>
          <a:ext cx="4572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04560" imgH="241200" progId="Equation.3">
                  <p:embed/>
                </p:oleObj>
              </mc:Choice>
              <mc:Fallback>
                <p:oleObj name="Equation" r:id="rId30" imgW="304560" imgH="241200" progId="Equation.3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3200400"/>
                        <a:ext cx="4572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11">
            <a:extLst>
              <a:ext uri="{FF2B5EF4-FFF2-40B4-BE49-F238E27FC236}">
                <a16:creationId xmlns:a16="http://schemas.microsoft.com/office/drawing/2014/main" id="{D764B2F0-2A9C-15E0-E9BA-3EF4B7E918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6635750"/>
          <a:ext cx="27051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803240" imgH="241200" progId="Equation.3">
                  <p:embed/>
                </p:oleObj>
              </mc:Choice>
              <mc:Fallback>
                <p:oleObj name="Equation" r:id="rId32" imgW="1803240" imgH="241200" progId="Equation.3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6635750"/>
                        <a:ext cx="27051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112">
            <a:extLst>
              <a:ext uri="{FF2B5EF4-FFF2-40B4-BE49-F238E27FC236}">
                <a16:creationId xmlns:a16="http://schemas.microsoft.com/office/drawing/2014/main" id="{F095BD6F-4651-4D15-F746-543544745F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7016750"/>
          <a:ext cx="26860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90640" imgH="241200" progId="Equation.3">
                  <p:embed/>
                </p:oleObj>
              </mc:Choice>
              <mc:Fallback>
                <p:oleObj name="Equation" r:id="rId34" imgW="1790640" imgH="241200" progId="Equation.3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016750"/>
                        <a:ext cx="26860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14">
            <a:extLst>
              <a:ext uri="{FF2B5EF4-FFF2-40B4-BE49-F238E27FC236}">
                <a16:creationId xmlns:a16="http://schemas.microsoft.com/office/drawing/2014/main" id="{90E17F00-3744-2DB6-15D6-C8941650F0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7620000"/>
          <a:ext cx="2744788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209680" imgH="1460160" progId="Equation.3">
                  <p:embed/>
                </p:oleObj>
              </mc:Choice>
              <mc:Fallback>
                <p:oleObj name="Equation" r:id="rId36" imgW="2209680" imgH="1460160" progId="Equation.3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620000"/>
                        <a:ext cx="2744788" cy="187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2" name="Text Box 1045">
            <a:extLst>
              <a:ext uri="{FF2B5EF4-FFF2-40B4-BE49-F238E27FC236}">
                <a16:creationId xmlns:a16="http://schemas.microsoft.com/office/drawing/2014/main" id="{5DD18A38-5543-B3F4-6459-8F224BF426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9600" y="609600"/>
            <a:ext cx="32766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711" tIns="30855" rIns="61711" bIns="30855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Times New Roman" panose="02020603050405020304" pitchFamily="18" charset="0"/>
              </a:rPr>
              <a:t>OpenGL Matrix</a:t>
            </a:r>
            <a:endParaRPr lang="en-US" altLang="ko-KR">
              <a:latin typeface="Times New Roman" panose="02020603050405020304" pitchFamily="18" charset="0"/>
            </a:endParaRPr>
          </a:p>
        </p:txBody>
      </p:sp>
      <p:sp>
        <p:nvSpPr>
          <p:cNvPr id="25613" name="Text Box 1046">
            <a:extLst>
              <a:ext uri="{FF2B5EF4-FFF2-40B4-BE49-F238E27FC236}">
                <a16:creationId xmlns:a16="http://schemas.microsoft.com/office/drawing/2014/main" id="{216AEA89-8E9F-39CF-C08B-D15DB8EB41E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1143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1. Projection Matrix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25614" name="Text Box 1057">
            <a:extLst>
              <a:ext uri="{FF2B5EF4-FFF2-40B4-BE49-F238E27FC236}">
                <a16:creationId xmlns:a16="http://schemas.microsoft.com/office/drawing/2014/main" id="{80C4D343-7138-1ABF-61AF-AF405986FC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1477963"/>
            <a:ext cx="54864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OpenGL</a:t>
            </a:r>
            <a:r>
              <a:rPr lang="ko-KR" altLang="en-US" sz="1200" b="1">
                <a:latin typeface="Times New Roman" panose="02020603050405020304" pitchFamily="18" charset="0"/>
              </a:rPr>
              <a:t>의 </a:t>
            </a:r>
            <a:r>
              <a:rPr lang="en-US" altLang="ko-KR" sz="1200" b="1">
                <a:latin typeface="Times New Roman" panose="02020603050405020304" pitchFamily="18" charset="0"/>
              </a:rPr>
              <a:t>Projection matrix</a:t>
            </a:r>
            <a:r>
              <a:rPr lang="ko-KR" altLang="en-US" sz="1200" b="1">
                <a:latin typeface="Times New Roman" panose="02020603050405020304" pitchFamily="18" charset="0"/>
              </a:rPr>
              <a:t>는 </a:t>
            </a:r>
            <a:r>
              <a:rPr lang="en-US" altLang="ko-KR" sz="1200" b="1">
                <a:latin typeface="Times New Roman" panose="02020603050405020304" pitchFamily="18" charset="0"/>
              </a:rPr>
              <a:t>D3D</a:t>
            </a:r>
            <a:r>
              <a:rPr lang="ko-KR" altLang="en-US" sz="1200" b="1">
                <a:latin typeface="Times New Roman" panose="02020603050405020304" pitchFamily="18" charset="0"/>
              </a:rPr>
              <a:t>와 차이가 있다</a:t>
            </a:r>
            <a:r>
              <a:rPr lang="en-US" altLang="ko-KR" sz="1200" b="1">
                <a:latin typeface="Times New Roman" panose="02020603050405020304" pitchFamily="18" charset="0"/>
              </a:rPr>
              <a:t>.    D3D</a:t>
            </a:r>
            <a:r>
              <a:rPr lang="ko-KR" altLang="en-US" sz="1200" b="1">
                <a:latin typeface="Times New Roman" panose="02020603050405020304" pitchFamily="18" charset="0"/>
              </a:rPr>
              <a:t>는 </a:t>
            </a:r>
            <a:r>
              <a:rPr lang="en-US" altLang="ko-KR" sz="1200" b="1">
                <a:latin typeface="Times New Roman" panose="02020603050405020304" pitchFamily="18" charset="0"/>
              </a:rPr>
              <a:t>SDK</a:t>
            </a:r>
            <a:r>
              <a:rPr lang="ko-KR" altLang="en-US" sz="1200" b="1">
                <a:latin typeface="Times New Roman" panose="02020603050405020304" pitchFamily="18" charset="0"/>
              </a:rPr>
              <a:t>를 참고 하라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aphicFrame>
        <p:nvGraphicFramePr>
          <p:cNvPr id="25602" name="Object 1064">
            <a:extLst>
              <a:ext uri="{FF2B5EF4-FFF2-40B4-BE49-F238E27FC236}">
                <a16:creationId xmlns:a16="http://schemas.microsoft.com/office/drawing/2014/main" id="{7C8729D7-6FC9-3DAC-59A2-D540D827EF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112963"/>
          <a:ext cx="1943100" cy="177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1143000" progId="Equation.3">
                  <p:embed/>
                </p:oleObj>
              </mc:Choice>
              <mc:Fallback>
                <p:oleObj name="Equation" r:id="rId2" imgW="1295280" imgH="1143000" progId="Equation.3">
                  <p:embed/>
                  <p:pic>
                    <p:nvPicPr>
                      <p:cNvPr id="0" name="Object 1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112963"/>
                        <a:ext cx="1943100" cy="177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1073">
            <a:extLst>
              <a:ext uri="{FF2B5EF4-FFF2-40B4-BE49-F238E27FC236}">
                <a16:creationId xmlns:a16="http://schemas.microsoft.com/office/drawing/2014/main" id="{AB0F791E-AE5C-D639-6089-4C0FC8151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0" y="2014538"/>
          <a:ext cx="1752600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1269720" progId="Equation.3">
                  <p:embed/>
                </p:oleObj>
              </mc:Choice>
              <mc:Fallback>
                <p:oleObj name="Equation" r:id="rId4" imgW="1168200" imgH="1269720" progId="Equation.3">
                  <p:embed/>
                  <p:pic>
                    <p:nvPicPr>
                      <p:cNvPr id="0" name="Object 1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2014538"/>
                        <a:ext cx="1752600" cy="197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5" name="Text Box 1074">
            <a:extLst>
              <a:ext uri="{FF2B5EF4-FFF2-40B4-BE49-F238E27FC236}">
                <a16:creationId xmlns:a16="http://schemas.microsoft.com/office/drawing/2014/main" id="{1D98A238-8665-41C3-1747-21AF73E3EC9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44958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2. View Matrix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graphicFrame>
        <p:nvGraphicFramePr>
          <p:cNvPr id="25604" name="Object 1078">
            <a:extLst>
              <a:ext uri="{FF2B5EF4-FFF2-40B4-BE49-F238E27FC236}">
                <a16:creationId xmlns:a16="http://schemas.microsoft.com/office/drawing/2014/main" id="{7BF2160C-28A3-BC9E-EC4C-AB6AB6976E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" y="4800600"/>
          <a:ext cx="19621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7880" imgH="228600" progId="Equation.3">
                  <p:embed/>
                </p:oleObj>
              </mc:Choice>
              <mc:Fallback>
                <p:oleObj name="Equation" r:id="rId6" imgW="1307880" imgH="228600" progId="Equation.3">
                  <p:embed/>
                  <p:pic>
                    <p:nvPicPr>
                      <p:cNvPr id="0" name="Object 10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4800600"/>
                        <a:ext cx="19621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1079">
            <a:extLst>
              <a:ext uri="{FF2B5EF4-FFF2-40B4-BE49-F238E27FC236}">
                <a16:creationId xmlns:a16="http://schemas.microsoft.com/office/drawing/2014/main" id="{259D717E-1DDA-1193-573C-F8813F4E72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" y="5029200"/>
          <a:ext cx="1676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440" imgH="228600" progId="Equation.3">
                  <p:embed/>
                </p:oleObj>
              </mc:Choice>
              <mc:Fallback>
                <p:oleObj name="Equation" r:id="rId8" imgW="1117440" imgH="228600" progId="Equation.3">
                  <p:embed/>
                  <p:pic>
                    <p:nvPicPr>
                      <p:cNvPr id="0" name="Object 10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5029200"/>
                        <a:ext cx="1676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1080">
            <a:extLst>
              <a:ext uri="{FF2B5EF4-FFF2-40B4-BE49-F238E27FC236}">
                <a16:creationId xmlns:a16="http://schemas.microsoft.com/office/drawing/2014/main" id="{C06F453F-792E-E297-7668-81F0368F36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" y="5248275"/>
          <a:ext cx="14668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760" imgH="241200" progId="Equation.3">
                  <p:embed/>
                </p:oleObj>
              </mc:Choice>
              <mc:Fallback>
                <p:oleObj name="Equation" r:id="rId10" imgW="977760" imgH="241200" progId="Equation.3">
                  <p:embed/>
                  <p:pic>
                    <p:nvPicPr>
                      <p:cNvPr id="0" name="Object 10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5248275"/>
                        <a:ext cx="14668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1081">
            <a:extLst>
              <a:ext uri="{FF2B5EF4-FFF2-40B4-BE49-F238E27FC236}">
                <a16:creationId xmlns:a16="http://schemas.microsoft.com/office/drawing/2014/main" id="{73158A4A-2689-C0F5-51C8-B9215731BA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5649913"/>
          <a:ext cx="192405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2680" imgH="431640" progId="Equation.3">
                  <p:embed/>
                </p:oleObj>
              </mc:Choice>
              <mc:Fallback>
                <p:oleObj name="Equation" r:id="rId12" imgW="1282680" imgH="431640" progId="Equation.3">
                  <p:embed/>
                  <p:pic>
                    <p:nvPicPr>
                      <p:cNvPr id="0" name="Object 10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5649913"/>
                        <a:ext cx="192405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1082">
            <a:extLst>
              <a:ext uri="{FF2B5EF4-FFF2-40B4-BE49-F238E27FC236}">
                <a16:creationId xmlns:a16="http://schemas.microsoft.com/office/drawing/2014/main" id="{79F0F340-8E03-E704-A13F-57B0951871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6492875"/>
          <a:ext cx="1104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36560" imgH="228600" progId="Equation.3">
                  <p:embed/>
                </p:oleObj>
              </mc:Choice>
              <mc:Fallback>
                <p:oleObj name="Equation" r:id="rId14" imgW="736560" imgH="228600" progId="Equation.3">
                  <p:embed/>
                  <p:pic>
                    <p:nvPicPr>
                      <p:cNvPr id="0" name="Object 10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6492875"/>
                        <a:ext cx="1104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1083">
            <a:extLst>
              <a:ext uri="{FF2B5EF4-FFF2-40B4-BE49-F238E27FC236}">
                <a16:creationId xmlns:a16="http://schemas.microsoft.com/office/drawing/2014/main" id="{2E1AEFAC-9D01-96ED-58A0-B9E111803B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8900" y="5610225"/>
          <a:ext cx="18669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44520" imgH="469800" progId="Equation.3">
                  <p:embed/>
                </p:oleObj>
              </mc:Choice>
              <mc:Fallback>
                <p:oleObj name="Equation" r:id="rId16" imgW="1244520" imgH="469800" progId="Equation.3">
                  <p:embed/>
                  <p:pic>
                    <p:nvPicPr>
                      <p:cNvPr id="0" name="Object 10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5610225"/>
                        <a:ext cx="18669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84">
            <a:extLst>
              <a:ext uri="{FF2B5EF4-FFF2-40B4-BE49-F238E27FC236}">
                <a16:creationId xmlns:a16="http://schemas.microsoft.com/office/drawing/2014/main" id="{4E0AD601-3C79-4FC0-4463-BC1B0D38C6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5807075"/>
          <a:ext cx="15240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15920" imgH="203040" progId="Equation.3">
                  <p:embed/>
                </p:oleObj>
              </mc:Choice>
              <mc:Fallback>
                <p:oleObj name="Equation" r:id="rId18" imgW="1015920" imgH="203040" progId="Equation.3">
                  <p:embed/>
                  <p:pic>
                    <p:nvPicPr>
                      <p:cNvPr id="0" name="Object 10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807075"/>
                        <a:ext cx="15240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085">
            <a:extLst>
              <a:ext uri="{FF2B5EF4-FFF2-40B4-BE49-F238E27FC236}">
                <a16:creationId xmlns:a16="http://schemas.microsoft.com/office/drawing/2014/main" id="{C5ED3305-CB8D-B1B3-04EC-C31FDB7D5D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7000875"/>
          <a:ext cx="31051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70000" imgH="939600" progId="Equation.3">
                  <p:embed/>
                </p:oleObj>
              </mc:Choice>
              <mc:Fallback>
                <p:oleObj name="Equation" r:id="rId20" imgW="2070000" imgH="939600" progId="Equation.3">
                  <p:embed/>
                  <p:pic>
                    <p:nvPicPr>
                      <p:cNvPr id="0" name="Object 10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000875"/>
                        <a:ext cx="310515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4" name="Text Box 3">
            <a:extLst>
              <a:ext uri="{FF2B5EF4-FFF2-40B4-BE49-F238E27FC236}">
                <a16:creationId xmlns:a16="http://schemas.microsoft.com/office/drawing/2014/main" id="{BB41817D-7F03-1590-325C-BF36D0B4C01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6858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3. Normal vector of Frustum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graphicFrame>
        <p:nvGraphicFramePr>
          <p:cNvPr id="26626" name="Object 8">
            <a:extLst>
              <a:ext uri="{FF2B5EF4-FFF2-40B4-BE49-F238E27FC236}">
                <a16:creationId xmlns:a16="http://schemas.microsoft.com/office/drawing/2014/main" id="{4757F0E2-5C4B-FD26-7709-109E74BDF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" y="1223963"/>
          <a:ext cx="179070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419040" progId="Equation.3">
                  <p:embed/>
                </p:oleObj>
              </mc:Choice>
              <mc:Fallback>
                <p:oleObj name="Equation" r:id="rId2" imgW="119376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1223963"/>
                        <a:ext cx="1790700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9">
            <a:extLst>
              <a:ext uri="{FF2B5EF4-FFF2-40B4-BE49-F238E27FC236}">
                <a16:creationId xmlns:a16="http://schemas.microsoft.com/office/drawing/2014/main" id="{44B0C370-DA60-0119-65AC-D5996969D3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" y="2889250"/>
          <a:ext cx="12001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920" imgH="393480" progId="Equation.3">
                  <p:embed/>
                </p:oleObj>
              </mc:Choice>
              <mc:Fallback>
                <p:oleObj name="Equation" r:id="rId4" imgW="79992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2889250"/>
                        <a:ext cx="120015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16">
            <a:extLst>
              <a:ext uri="{FF2B5EF4-FFF2-40B4-BE49-F238E27FC236}">
                <a16:creationId xmlns:a16="http://schemas.microsoft.com/office/drawing/2014/main" id="{9E4473BD-888D-A3C3-0529-EED79C79AC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2892425"/>
          <a:ext cx="11620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393480" progId="Equation.3">
                  <p:embed/>
                </p:oleObj>
              </mc:Choice>
              <mc:Fallback>
                <p:oleObj name="Equation" r:id="rId6" imgW="774360" imgH="393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2892425"/>
                        <a:ext cx="116205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17">
            <a:extLst>
              <a:ext uri="{FF2B5EF4-FFF2-40B4-BE49-F238E27FC236}">
                <a16:creationId xmlns:a16="http://schemas.microsoft.com/office/drawing/2014/main" id="{260BEB51-81A2-B06E-FB32-73FD2572BB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" y="2273300"/>
          <a:ext cx="14668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7760" imgH="203040" progId="Equation.3">
                  <p:embed/>
                </p:oleObj>
              </mc:Choice>
              <mc:Fallback>
                <p:oleObj name="Equation" r:id="rId8" imgW="977760" imgH="2030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2273300"/>
                        <a:ext cx="14668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9">
            <a:extLst>
              <a:ext uri="{FF2B5EF4-FFF2-40B4-BE49-F238E27FC236}">
                <a16:creationId xmlns:a16="http://schemas.microsoft.com/office/drawing/2014/main" id="{07CAA8DE-014D-F44B-AC36-B21E8FDFA8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" y="3654425"/>
          <a:ext cx="12573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8080" imgH="393480" progId="Equation.3">
                  <p:embed/>
                </p:oleObj>
              </mc:Choice>
              <mc:Fallback>
                <p:oleObj name="Equation" r:id="rId10" imgW="838080" imgH="393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3654425"/>
                        <a:ext cx="12573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20">
            <a:extLst>
              <a:ext uri="{FF2B5EF4-FFF2-40B4-BE49-F238E27FC236}">
                <a16:creationId xmlns:a16="http://schemas.microsoft.com/office/drawing/2014/main" id="{64CD3771-DF4A-10D4-F181-48510E91E0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3657600"/>
          <a:ext cx="12382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5480" imgH="393480" progId="Equation.3">
                  <p:embed/>
                </p:oleObj>
              </mc:Choice>
              <mc:Fallback>
                <p:oleObj name="Equation" r:id="rId12" imgW="825480" imgH="3934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3657600"/>
                        <a:ext cx="123825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21">
            <a:extLst>
              <a:ext uri="{FF2B5EF4-FFF2-40B4-BE49-F238E27FC236}">
                <a16:creationId xmlns:a16="http://schemas.microsoft.com/office/drawing/2014/main" id="{55C7A21C-F7F4-2493-A41E-2F563C17F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" y="4264025"/>
          <a:ext cx="13906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27000" imgH="393480" progId="Equation.3">
                  <p:embed/>
                </p:oleObj>
              </mc:Choice>
              <mc:Fallback>
                <p:oleObj name="Equation" r:id="rId14" imgW="927000" imgH="3934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4264025"/>
                        <a:ext cx="139065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22">
            <a:extLst>
              <a:ext uri="{FF2B5EF4-FFF2-40B4-BE49-F238E27FC236}">
                <a16:creationId xmlns:a16="http://schemas.microsoft.com/office/drawing/2014/main" id="{46C4292D-EF30-8C7C-5F4A-6BAC67009E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" y="5029200"/>
          <a:ext cx="1885950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57120" imgH="1269720" progId="Equation.3">
                  <p:embed/>
                </p:oleObj>
              </mc:Choice>
              <mc:Fallback>
                <p:oleObj name="Equation" r:id="rId16" imgW="1257120" imgH="126972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5029200"/>
                        <a:ext cx="1885950" cy="197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45" name="Group 31">
            <a:extLst>
              <a:ext uri="{FF2B5EF4-FFF2-40B4-BE49-F238E27FC236}">
                <a16:creationId xmlns:a16="http://schemas.microsoft.com/office/drawing/2014/main" id="{82695F3E-2CA4-D40D-8BF6-652254883B29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267200"/>
            <a:ext cx="1676400" cy="2514600"/>
            <a:chOff x="3072" y="2352"/>
            <a:chExt cx="1056" cy="1584"/>
          </a:xfrm>
        </p:grpSpPr>
        <p:sp>
          <p:nvSpPr>
            <p:cNvPr id="26659" name="Rectangle 24">
              <a:extLst>
                <a:ext uri="{FF2B5EF4-FFF2-40B4-BE49-F238E27FC236}">
                  <a16:creationId xmlns:a16="http://schemas.microsoft.com/office/drawing/2014/main" id="{14189C33-361D-3700-E1EA-DA3E3DCD6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52"/>
              <a:ext cx="1056" cy="63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6660" name="Rectangle 23">
              <a:extLst>
                <a:ext uri="{FF2B5EF4-FFF2-40B4-BE49-F238E27FC236}">
                  <a16:creationId xmlns:a16="http://schemas.microsoft.com/office/drawing/2014/main" id="{AA514C62-8386-92E3-F6FA-E2D8203EE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3366"/>
              <a:ext cx="384" cy="23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6661" name="Line 26">
              <a:extLst>
                <a:ext uri="{FF2B5EF4-FFF2-40B4-BE49-F238E27FC236}">
                  <a16:creationId xmlns:a16="http://schemas.microsoft.com/office/drawing/2014/main" id="{F8945694-017E-D442-8F15-EF19E37CC1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2976"/>
              <a:ext cx="672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62" name="Line 27">
              <a:extLst>
                <a:ext uri="{FF2B5EF4-FFF2-40B4-BE49-F238E27FC236}">
                  <a16:creationId xmlns:a16="http://schemas.microsoft.com/office/drawing/2014/main" id="{2BA3DF1F-A10F-1F81-D2C8-3A8D8EE66A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2352"/>
              <a:ext cx="672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63" name="Line 29">
              <a:extLst>
                <a:ext uri="{FF2B5EF4-FFF2-40B4-BE49-F238E27FC236}">
                  <a16:creationId xmlns:a16="http://schemas.microsoft.com/office/drawing/2014/main" id="{56DA0FD9-12AF-2582-27B5-F7FDCB6876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72" y="2352"/>
              <a:ext cx="384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64" name="Line 30">
              <a:extLst>
                <a:ext uri="{FF2B5EF4-FFF2-40B4-BE49-F238E27FC236}">
                  <a16:creationId xmlns:a16="http://schemas.microsoft.com/office/drawing/2014/main" id="{25A42CD0-D3B1-55B3-7641-55EEA4EDEB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72" y="2976"/>
              <a:ext cx="384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6646" name="Line 32">
            <a:extLst>
              <a:ext uri="{FF2B5EF4-FFF2-40B4-BE49-F238E27FC236}">
                <a16:creationId xmlns:a16="http://schemas.microsoft.com/office/drawing/2014/main" id="{319D0C56-9E2C-608B-9063-AA7321F0734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67400" y="5410200"/>
            <a:ext cx="2286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47" name="Line 33">
            <a:extLst>
              <a:ext uri="{FF2B5EF4-FFF2-40B4-BE49-F238E27FC236}">
                <a16:creationId xmlns:a16="http://schemas.microsoft.com/office/drawing/2014/main" id="{8BBC2428-8656-F6D4-8C02-C6F1BAF05C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5410200"/>
            <a:ext cx="2286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48" name="Line 34">
            <a:extLst>
              <a:ext uri="{FF2B5EF4-FFF2-40B4-BE49-F238E27FC236}">
                <a16:creationId xmlns:a16="http://schemas.microsoft.com/office/drawing/2014/main" id="{8B1E7BD4-1B60-8CA1-DBEF-C6DCBFF97A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0386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49" name="Line 35">
            <a:extLst>
              <a:ext uri="{FF2B5EF4-FFF2-40B4-BE49-F238E27FC236}">
                <a16:creationId xmlns:a16="http://schemas.microsoft.com/office/drawing/2014/main" id="{567C2C98-93FF-67AE-5211-C53A43147B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67400" y="62484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50" name="Line 36">
            <a:extLst>
              <a:ext uri="{FF2B5EF4-FFF2-40B4-BE49-F238E27FC236}">
                <a16:creationId xmlns:a16="http://schemas.microsoft.com/office/drawing/2014/main" id="{2C896BF6-907C-3C7F-CBFE-D03418DF82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6324600"/>
            <a:ext cx="76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51" name="Line 37">
            <a:extLst>
              <a:ext uri="{FF2B5EF4-FFF2-40B4-BE49-F238E27FC236}">
                <a16:creationId xmlns:a16="http://schemas.microsoft.com/office/drawing/2014/main" id="{77A8FD32-4F0E-CD46-F1AC-DC3CF77088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3886200"/>
            <a:ext cx="5715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6634" name="Object 39">
            <a:extLst>
              <a:ext uri="{FF2B5EF4-FFF2-40B4-BE49-F238E27FC236}">
                <a16:creationId xmlns:a16="http://schemas.microsoft.com/office/drawing/2014/main" id="{3B3698BA-F79F-B91F-9A6F-91B1E91798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6596063"/>
          <a:ext cx="24765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4880" imgH="215640" progId="Equation.3">
                  <p:embed/>
                </p:oleObj>
              </mc:Choice>
              <mc:Fallback>
                <p:oleObj name="Equation" r:id="rId18" imgW="164880" imgH="21564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6596063"/>
                        <a:ext cx="24765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40">
            <a:extLst>
              <a:ext uri="{FF2B5EF4-FFF2-40B4-BE49-F238E27FC236}">
                <a16:creationId xmlns:a16="http://schemas.microsoft.com/office/drawing/2014/main" id="{94C8093A-07CF-169F-2568-8D765B9D6C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6605588"/>
          <a:ext cx="2476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4880" imgH="203040" progId="Equation.3">
                  <p:embed/>
                </p:oleObj>
              </mc:Choice>
              <mc:Fallback>
                <p:oleObj name="Equation" r:id="rId20" imgW="164880" imgH="2030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605588"/>
                        <a:ext cx="2476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41">
            <a:extLst>
              <a:ext uri="{FF2B5EF4-FFF2-40B4-BE49-F238E27FC236}">
                <a16:creationId xmlns:a16="http://schemas.microsoft.com/office/drawing/2014/main" id="{EDB58E02-FC70-20D4-BEC5-1AC01F40BE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5410200"/>
          <a:ext cx="2476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203040" progId="Equation.3">
                  <p:embed/>
                </p:oleObj>
              </mc:Choice>
              <mc:Fallback>
                <p:oleObj name="Equation" r:id="rId22" imgW="164880" imgH="2030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410200"/>
                        <a:ext cx="2476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42">
            <a:extLst>
              <a:ext uri="{FF2B5EF4-FFF2-40B4-BE49-F238E27FC236}">
                <a16:creationId xmlns:a16="http://schemas.microsoft.com/office/drawing/2014/main" id="{CEEBA974-D5C1-A10F-8CD5-446F605B61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3700463"/>
          <a:ext cx="24765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4880" imgH="215640" progId="Equation.3">
                  <p:embed/>
                </p:oleObj>
              </mc:Choice>
              <mc:Fallback>
                <p:oleObj name="Equation" r:id="rId24" imgW="164880" imgH="21564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700463"/>
                        <a:ext cx="24765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Object 43">
            <a:extLst>
              <a:ext uri="{FF2B5EF4-FFF2-40B4-BE49-F238E27FC236}">
                <a16:creationId xmlns:a16="http://schemas.microsoft.com/office/drawing/2014/main" id="{032E1EE5-B853-FBE3-1EEC-B6DE224DF0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3125" y="3505200"/>
          <a:ext cx="19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6720" imgH="203040" progId="Equation.3">
                  <p:embed/>
                </p:oleObj>
              </mc:Choice>
              <mc:Fallback>
                <p:oleObj name="Equation" r:id="rId26" imgW="126720" imgH="20304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3505200"/>
                        <a:ext cx="190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44">
            <a:extLst>
              <a:ext uri="{FF2B5EF4-FFF2-40B4-BE49-F238E27FC236}">
                <a16:creationId xmlns:a16="http://schemas.microsoft.com/office/drawing/2014/main" id="{3DBFD465-348D-623E-A6E1-E81BD909F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5562600"/>
          <a:ext cx="2095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9680" imgH="203040" progId="Equation.3">
                  <p:embed/>
                </p:oleObj>
              </mc:Choice>
              <mc:Fallback>
                <p:oleObj name="Equation" r:id="rId28" imgW="139680" imgH="20304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5562600"/>
                        <a:ext cx="2095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2" name="Line 45">
            <a:extLst>
              <a:ext uri="{FF2B5EF4-FFF2-40B4-BE49-F238E27FC236}">
                <a16:creationId xmlns:a16="http://schemas.microsoft.com/office/drawing/2014/main" id="{4D07362E-8AC7-A037-D31B-5A4B6A02B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7620000"/>
            <a:ext cx="14478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53" name="Line 47">
            <a:extLst>
              <a:ext uri="{FF2B5EF4-FFF2-40B4-BE49-F238E27FC236}">
                <a16:creationId xmlns:a16="http://schemas.microsoft.com/office/drawing/2014/main" id="{AA1C6E0D-803A-34DA-FDF1-5C364F89C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80772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54" name="Line 48">
            <a:extLst>
              <a:ext uri="{FF2B5EF4-FFF2-40B4-BE49-F238E27FC236}">
                <a16:creationId xmlns:a16="http://schemas.microsoft.com/office/drawing/2014/main" id="{E3321965-F5A6-F64E-5078-87B72C87638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2209800" y="7620000"/>
            <a:ext cx="14478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55" name="Line 49">
            <a:extLst>
              <a:ext uri="{FF2B5EF4-FFF2-40B4-BE49-F238E27FC236}">
                <a16:creationId xmlns:a16="http://schemas.microsoft.com/office/drawing/2014/main" id="{B4230811-ACB0-4891-C52A-193B7F6113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7696200"/>
            <a:ext cx="6858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56" name="Line 50">
            <a:extLst>
              <a:ext uri="{FF2B5EF4-FFF2-40B4-BE49-F238E27FC236}">
                <a16:creationId xmlns:a16="http://schemas.microsoft.com/office/drawing/2014/main" id="{F9951054-9643-D973-8D13-00487977E9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7239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57" name="Line 51">
            <a:extLst>
              <a:ext uri="{FF2B5EF4-FFF2-40B4-BE49-F238E27FC236}">
                <a16:creationId xmlns:a16="http://schemas.microsoft.com/office/drawing/2014/main" id="{5F142BE0-F7A5-F462-C2E7-51CD9CCC48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80772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6640" name="Object 52">
            <a:extLst>
              <a:ext uri="{FF2B5EF4-FFF2-40B4-BE49-F238E27FC236}">
                <a16:creationId xmlns:a16="http://schemas.microsoft.com/office/drawing/2014/main" id="{D166F529-ED59-B4CD-817C-C145C13F1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5325" y="7812088"/>
          <a:ext cx="19050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26720" imgH="164880" progId="Equation.3">
                  <p:embed/>
                </p:oleObj>
              </mc:Choice>
              <mc:Fallback>
                <p:oleObj name="Equation" r:id="rId30" imgW="126720" imgH="16488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5325" y="7812088"/>
                        <a:ext cx="190500" cy="25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1" name="Object 53">
            <a:extLst>
              <a:ext uri="{FF2B5EF4-FFF2-40B4-BE49-F238E27FC236}">
                <a16:creationId xmlns:a16="http://schemas.microsoft.com/office/drawing/2014/main" id="{E11ED425-8126-350C-4C59-2A007BC736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7454900"/>
          <a:ext cx="2476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64880" imgH="203040" progId="Equation.3">
                  <p:embed/>
                </p:oleObj>
              </mc:Choice>
              <mc:Fallback>
                <p:oleObj name="Equation" r:id="rId32" imgW="164880" imgH="20304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7454900"/>
                        <a:ext cx="2476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8" name="Arc 54">
            <a:extLst>
              <a:ext uri="{FF2B5EF4-FFF2-40B4-BE49-F238E27FC236}">
                <a16:creationId xmlns:a16="http://schemas.microsoft.com/office/drawing/2014/main" id="{796819D4-4324-DA32-A65F-E1179AE045EC}"/>
              </a:ext>
            </a:extLst>
          </p:cNvPr>
          <p:cNvSpPr>
            <a:spLocks/>
          </p:cNvSpPr>
          <p:nvPr/>
        </p:nvSpPr>
        <p:spPr bwMode="auto">
          <a:xfrm rot="-5400000">
            <a:off x="2074863" y="8713787"/>
            <a:ext cx="203200" cy="333375"/>
          </a:xfrm>
          <a:custGeom>
            <a:avLst/>
            <a:gdLst>
              <a:gd name="T0" fmla="*/ 1062190 w 20153"/>
              <a:gd name="T1" fmla="*/ 0 h 18905"/>
              <a:gd name="T2" fmla="*/ 2048838 w 20153"/>
              <a:gd name="T3" fmla="*/ 3461986 h 18905"/>
              <a:gd name="T4" fmla="*/ 0 w 20153"/>
              <a:gd name="T5" fmla="*/ 5878809 h 18905"/>
              <a:gd name="T6" fmla="*/ 0 60000 65536"/>
              <a:gd name="T7" fmla="*/ 0 60000 65536"/>
              <a:gd name="T8" fmla="*/ 0 60000 65536"/>
              <a:gd name="T9" fmla="*/ 0 w 20153"/>
              <a:gd name="T10" fmla="*/ 0 h 18905"/>
              <a:gd name="T11" fmla="*/ 20153 w 20153"/>
              <a:gd name="T12" fmla="*/ 18905 h 189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153" h="18905" fill="none" extrusionOk="0">
                <a:moveTo>
                  <a:pt x="10448" y="-1"/>
                </a:moveTo>
                <a:cubicBezTo>
                  <a:pt x="14890" y="2455"/>
                  <a:pt x="18326" y="6396"/>
                  <a:pt x="20153" y="11132"/>
                </a:cubicBezTo>
              </a:path>
              <a:path w="20153" h="18905" stroke="0" extrusionOk="0">
                <a:moveTo>
                  <a:pt x="10448" y="-1"/>
                </a:moveTo>
                <a:cubicBezTo>
                  <a:pt x="14890" y="2455"/>
                  <a:pt x="18326" y="6396"/>
                  <a:pt x="20153" y="11132"/>
                </a:cubicBezTo>
                <a:lnTo>
                  <a:pt x="0" y="18905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/>
          </a:p>
        </p:txBody>
      </p:sp>
      <p:graphicFrame>
        <p:nvGraphicFramePr>
          <p:cNvPr id="26642" name="Object 55">
            <a:extLst>
              <a:ext uri="{FF2B5EF4-FFF2-40B4-BE49-F238E27FC236}">
                <a16:creationId xmlns:a16="http://schemas.microsoft.com/office/drawing/2014/main" id="{46D30369-DC8F-95EF-1055-D7FFBEC65F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2725" y="8836025"/>
          <a:ext cx="3460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68280" imgH="393480" progId="Equation.3">
                  <p:embed/>
                </p:oleObj>
              </mc:Choice>
              <mc:Fallback>
                <p:oleObj name="Equation" r:id="rId33" imgW="368280" imgH="39348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725" y="8836025"/>
                        <a:ext cx="3460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3" name="Object 56">
            <a:extLst>
              <a:ext uri="{FF2B5EF4-FFF2-40B4-BE49-F238E27FC236}">
                <a16:creationId xmlns:a16="http://schemas.microsoft.com/office/drawing/2014/main" id="{6400BF1B-1EBD-D1F2-C22A-7FADE59906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7900" y="7132638"/>
          <a:ext cx="34290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28600" imgH="164880" progId="Equation.3">
                  <p:embed/>
                </p:oleObj>
              </mc:Choice>
              <mc:Fallback>
                <p:oleObj name="Equation" r:id="rId35" imgW="228600" imgH="16488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7132638"/>
                        <a:ext cx="342900" cy="25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3" name="Text Box 2">
            <a:extLst>
              <a:ext uri="{FF2B5EF4-FFF2-40B4-BE49-F238E27FC236}">
                <a16:creationId xmlns:a16="http://schemas.microsoft.com/office/drawing/2014/main" id="{59632CC9-BA8D-BF4C-A802-0284B70A0EC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6858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3. Normal vector of Frustum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graphicFrame>
        <p:nvGraphicFramePr>
          <p:cNvPr id="27650" name="Object 3">
            <a:extLst>
              <a:ext uri="{FF2B5EF4-FFF2-40B4-BE49-F238E27FC236}">
                <a16:creationId xmlns:a16="http://schemas.microsoft.com/office/drawing/2014/main" id="{647B40FC-65D2-AD7E-BF0F-1DD8ACC0FC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752600"/>
          <a:ext cx="29527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431640" progId="Equation.3">
                  <p:embed/>
                </p:oleObj>
              </mc:Choice>
              <mc:Fallback>
                <p:oleObj name="Equation" r:id="rId2" imgW="196848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752600"/>
                        <a:ext cx="295275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41">
            <a:extLst>
              <a:ext uri="{FF2B5EF4-FFF2-40B4-BE49-F238E27FC236}">
                <a16:creationId xmlns:a16="http://schemas.microsoft.com/office/drawing/2014/main" id="{0E853DC1-73FE-AC58-D0D0-B8139F20C0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079500"/>
          <a:ext cx="28003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66600" imgH="431640" progId="Equation.3">
                  <p:embed/>
                </p:oleObj>
              </mc:Choice>
              <mc:Fallback>
                <p:oleObj name="Equation" r:id="rId4" imgW="1866600" imgH="4316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079500"/>
                        <a:ext cx="280035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3">
            <a:extLst>
              <a:ext uri="{FF2B5EF4-FFF2-40B4-BE49-F238E27FC236}">
                <a16:creationId xmlns:a16="http://schemas.microsoft.com/office/drawing/2014/main" id="{055F3595-1412-85E2-EA90-24F5C58788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2752725"/>
          <a:ext cx="28575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760" imgH="482400" progId="Equation.3">
                  <p:embed/>
                </p:oleObj>
              </mc:Choice>
              <mc:Fallback>
                <p:oleObj name="Equation" r:id="rId6" imgW="1904760" imgH="4824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2752725"/>
                        <a:ext cx="28575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44">
            <a:extLst>
              <a:ext uri="{FF2B5EF4-FFF2-40B4-BE49-F238E27FC236}">
                <a16:creationId xmlns:a16="http://schemas.microsoft.com/office/drawing/2014/main" id="{64D71ED8-AF1E-51BF-0E7F-0EF84EA769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3505200"/>
          <a:ext cx="30099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06280" imgH="482400" progId="Equation.3">
                  <p:embed/>
                </p:oleObj>
              </mc:Choice>
              <mc:Fallback>
                <p:oleObj name="Equation" r:id="rId8" imgW="2006280" imgH="4824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3505200"/>
                        <a:ext cx="30099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58">
            <a:extLst>
              <a:ext uri="{FF2B5EF4-FFF2-40B4-BE49-F238E27FC236}">
                <a16:creationId xmlns:a16="http://schemas.microsoft.com/office/drawing/2014/main" id="{C882C0BA-A307-34FA-2DBC-96E747EFD9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550" y="4876800"/>
          <a:ext cx="29146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42920" imgH="431640" progId="Equation.3">
                  <p:embed/>
                </p:oleObj>
              </mc:Choice>
              <mc:Fallback>
                <p:oleObj name="Equation" r:id="rId10" imgW="1942920" imgH="43164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4876800"/>
                        <a:ext cx="291465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59">
            <a:extLst>
              <a:ext uri="{FF2B5EF4-FFF2-40B4-BE49-F238E27FC236}">
                <a16:creationId xmlns:a16="http://schemas.microsoft.com/office/drawing/2014/main" id="{396A0AD6-ABC2-3F90-3EDE-83623A4B70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025" y="6550025"/>
          <a:ext cx="29908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93680" imgH="482400" progId="Equation.3">
                  <p:embed/>
                </p:oleObj>
              </mc:Choice>
              <mc:Fallback>
                <p:oleObj name="Equation" r:id="rId12" imgW="1993680" imgH="4824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6550025"/>
                        <a:ext cx="299085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64" name="Group 65">
            <a:extLst>
              <a:ext uri="{FF2B5EF4-FFF2-40B4-BE49-F238E27FC236}">
                <a16:creationId xmlns:a16="http://schemas.microsoft.com/office/drawing/2014/main" id="{9AF78539-AD94-58EB-1D0D-64A7915D8EA3}"/>
              </a:ext>
            </a:extLst>
          </p:cNvPr>
          <p:cNvGrpSpPr>
            <a:grpSpLocks/>
          </p:cNvGrpSpPr>
          <p:nvPr/>
        </p:nvGrpSpPr>
        <p:grpSpPr bwMode="auto">
          <a:xfrm>
            <a:off x="4000500" y="4570413"/>
            <a:ext cx="2400300" cy="2895600"/>
            <a:chOff x="2520" y="2879"/>
            <a:chExt cx="1512" cy="1824"/>
          </a:xfrm>
        </p:grpSpPr>
        <p:sp>
          <p:nvSpPr>
            <p:cNvPr id="27665" name="Line 50">
              <a:extLst>
                <a:ext uri="{FF2B5EF4-FFF2-40B4-BE49-F238E27FC236}">
                  <a16:creationId xmlns:a16="http://schemas.microsoft.com/office/drawing/2014/main" id="{F1834F38-DFFE-0CFE-CCDE-7B5359BB54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8" y="331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aphicFrame>
          <p:nvGraphicFramePr>
            <p:cNvPr id="27659" name="Object 51">
              <a:extLst>
                <a:ext uri="{FF2B5EF4-FFF2-40B4-BE49-F238E27FC236}">
                  <a16:creationId xmlns:a16="http://schemas.microsoft.com/office/drawing/2014/main" id="{1740A4D3-F326-43C3-B4EE-E355CE83E2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20" y="3053"/>
            <a:ext cx="120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203040" progId="Equation.3">
                    <p:embed/>
                  </p:oleObj>
                </mc:Choice>
                <mc:Fallback>
                  <p:oleObj name="Equation" r:id="rId14" imgW="126720" imgH="20304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0" y="3053"/>
                          <a:ext cx="120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6" name="Line 45">
              <a:extLst>
                <a:ext uri="{FF2B5EF4-FFF2-40B4-BE49-F238E27FC236}">
                  <a16:creationId xmlns:a16="http://schemas.microsoft.com/office/drawing/2014/main" id="{292BAC62-2509-FA6B-F0CE-9178B05E4B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567" y="2879"/>
              <a:ext cx="912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7" name="Line 46">
              <a:extLst>
                <a:ext uri="{FF2B5EF4-FFF2-40B4-BE49-F238E27FC236}">
                  <a16:creationId xmlns:a16="http://schemas.microsoft.com/office/drawing/2014/main" id="{91307CFF-02B8-ADB7-A404-7CD54CAC7C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23" y="3791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8" name="Line 47">
              <a:extLst>
                <a:ext uri="{FF2B5EF4-FFF2-40B4-BE49-F238E27FC236}">
                  <a16:creationId xmlns:a16="http://schemas.microsoft.com/office/drawing/2014/main" id="{AD75915A-D5B7-A06B-A8FD-633DD052D0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567" y="3791"/>
              <a:ext cx="912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69" name="Line 48">
              <a:extLst>
                <a:ext uri="{FF2B5EF4-FFF2-40B4-BE49-F238E27FC236}">
                  <a16:creationId xmlns:a16="http://schemas.microsoft.com/office/drawing/2014/main" id="{7AB75362-9FD3-409F-D5B7-7B7FAE2EB8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999" y="3359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0" name="Line 49">
              <a:extLst>
                <a:ext uri="{FF2B5EF4-FFF2-40B4-BE49-F238E27FC236}">
                  <a16:creationId xmlns:a16="http://schemas.microsoft.com/office/drawing/2014/main" id="{63BCC9F0-822F-F521-E595-1CF92CC3E1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144" y="321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671" name="Arc 53">
              <a:extLst>
                <a:ext uri="{FF2B5EF4-FFF2-40B4-BE49-F238E27FC236}">
                  <a16:creationId xmlns:a16="http://schemas.microsoft.com/office/drawing/2014/main" id="{FCFF7DC1-75DB-E653-913B-5846041D9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3665"/>
              <a:ext cx="128" cy="210"/>
            </a:xfrm>
            <a:custGeom>
              <a:avLst/>
              <a:gdLst>
                <a:gd name="T0" fmla="*/ 0 w 20153"/>
                <a:gd name="T1" fmla="*/ 0 h 18905"/>
                <a:gd name="T2" fmla="*/ 1 w 20153"/>
                <a:gd name="T3" fmla="*/ 1 h 18905"/>
                <a:gd name="T4" fmla="*/ 0 w 20153"/>
                <a:gd name="T5" fmla="*/ 2 h 18905"/>
                <a:gd name="T6" fmla="*/ 0 60000 65536"/>
                <a:gd name="T7" fmla="*/ 0 60000 65536"/>
                <a:gd name="T8" fmla="*/ 0 60000 65536"/>
                <a:gd name="T9" fmla="*/ 0 w 20153"/>
                <a:gd name="T10" fmla="*/ 0 h 18905"/>
                <a:gd name="T11" fmla="*/ 20153 w 20153"/>
                <a:gd name="T12" fmla="*/ 18905 h 189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53" h="18905" fill="none" extrusionOk="0">
                  <a:moveTo>
                    <a:pt x="10448" y="-1"/>
                  </a:moveTo>
                  <a:cubicBezTo>
                    <a:pt x="14890" y="2455"/>
                    <a:pt x="18326" y="6396"/>
                    <a:pt x="20153" y="11132"/>
                  </a:cubicBezTo>
                </a:path>
                <a:path w="20153" h="18905" stroke="0" extrusionOk="0">
                  <a:moveTo>
                    <a:pt x="10448" y="-1"/>
                  </a:moveTo>
                  <a:cubicBezTo>
                    <a:pt x="14890" y="2455"/>
                    <a:pt x="18326" y="6396"/>
                    <a:pt x="20153" y="11132"/>
                  </a:cubicBezTo>
                  <a:lnTo>
                    <a:pt x="0" y="189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ko-KR"/>
            </a:p>
          </p:txBody>
        </p:sp>
        <p:graphicFrame>
          <p:nvGraphicFramePr>
            <p:cNvPr id="27660" name="Object 54">
              <a:extLst>
                <a:ext uri="{FF2B5EF4-FFF2-40B4-BE49-F238E27FC236}">
                  <a16:creationId xmlns:a16="http://schemas.microsoft.com/office/drawing/2014/main" id="{BF7159C7-D9C8-35AB-25CD-2EEDC53ABC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9" y="3982"/>
            <a:ext cx="203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42720" imgH="393480" progId="Equation.3">
                    <p:embed/>
                  </p:oleObj>
                </mc:Choice>
                <mc:Fallback>
                  <p:oleObj name="Equation" r:id="rId16" imgW="342720" imgH="39348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9" y="3982"/>
                          <a:ext cx="203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1" name="Object 55">
              <a:extLst>
                <a:ext uri="{FF2B5EF4-FFF2-40B4-BE49-F238E27FC236}">
                  <a16:creationId xmlns:a16="http://schemas.microsoft.com/office/drawing/2014/main" id="{2F36CEE1-317F-F01C-CE00-2DBB7B5226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6" y="3696"/>
            <a:ext cx="216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28600" imgH="164880" progId="Equation.3">
                    <p:embed/>
                  </p:oleObj>
                </mc:Choice>
                <mc:Fallback>
                  <p:oleObj name="Equation" r:id="rId18" imgW="228600" imgH="16488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3696"/>
                          <a:ext cx="216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2" name="Object 61">
              <a:extLst>
                <a:ext uri="{FF2B5EF4-FFF2-40B4-BE49-F238E27FC236}">
                  <a16:creationId xmlns:a16="http://schemas.microsoft.com/office/drawing/2014/main" id="{C8D42696-DAF5-76DC-C43C-8A2EF8F820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8" y="3456"/>
            <a:ext cx="156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4880" imgH="215640" progId="Equation.3">
                    <p:embed/>
                  </p:oleObj>
                </mc:Choice>
                <mc:Fallback>
                  <p:oleObj name="Equation" r:id="rId20" imgW="164880" imgH="215640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3456"/>
                          <a:ext cx="156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56" name="Object 62">
            <a:extLst>
              <a:ext uri="{FF2B5EF4-FFF2-40B4-BE49-F238E27FC236}">
                <a16:creationId xmlns:a16="http://schemas.microsoft.com/office/drawing/2014/main" id="{9D706C67-644D-ABCC-1A2F-A339374361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5575300"/>
          <a:ext cx="2743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28800" imgH="431640" progId="Equation.3">
                  <p:embed/>
                </p:oleObj>
              </mc:Choice>
              <mc:Fallback>
                <p:oleObj name="Equation" r:id="rId22" imgW="1828800" imgH="43164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575300"/>
                        <a:ext cx="2743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63">
            <a:extLst>
              <a:ext uri="{FF2B5EF4-FFF2-40B4-BE49-F238E27FC236}">
                <a16:creationId xmlns:a16="http://schemas.microsoft.com/office/drawing/2014/main" id="{006F0EAA-29D5-CC59-5014-74B2CC6EAB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7324725"/>
          <a:ext cx="28194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79560" imgH="482400" progId="Equation.3">
                  <p:embed/>
                </p:oleObj>
              </mc:Choice>
              <mc:Fallback>
                <p:oleObj name="Equation" r:id="rId24" imgW="1879560" imgH="48240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7324725"/>
                        <a:ext cx="28194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64">
            <a:extLst>
              <a:ext uri="{FF2B5EF4-FFF2-40B4-BE49-F238E27FC236}">
                <a16:creationId xmlns:a16="http://schemas.microsoft.com/office/drawing/2014/main" id="{97C65EDA-5C85-1411-B22D-6732248B2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8310563"/>
          <a:ext cx="23050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36480" imgH="241200" progId="Equation.3">
                  <p:embed/>
                </p:oleObj>
              </mc:Choice>
              <mc:Fallback>
                <p:oleObj name="Equation" r:id="rId26" imgW="1536480" imgH="24120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8310563"/>
                        <a:ext cx="230505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052">
            <a:extLst>
              <a:ext uri="{FF2B5EF4-FFF2-40B4-BE49-F238E27FC236}">
                <a16:creationId xmlns:a16="http://schemas.microsoft.com/office/drawing/2014/main" id="{3E64E842-A53C-6E1C-82E7-2D64FDC53A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1231900"/>
          <a:ext cx="14287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200" imgH="431640" progId="Equation.3">
                  <p:embed/>
                </p:oleObj>
              </mc:Choice>
              <mc:Fallback>
                <p:oleObj name="Equation" r:id="rId2" imgW="952200" imgH="431640" progId="Equation.3">
                  <p:embed/>
                  <p:pic>
                    <p:nvPicPr>
                      <p:cNvPr id="0" name="Object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1231900"/>
                        <a:ext cx="142875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2067">
            <a:extLst>
              <a:ext uri="{FF2B5EF4-FFF2-40B4-BE49-F238E27FC236}">
                <a16:creationId xmlns:a16="http://schemas.microsoft.com/office/drawing/2014/main" id="{E5F027D3-CD64-D7F1-22CB-3E9A2372CE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2743200"/>
          <a:ext cx="13525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241200" progId="Equation.3">
                  <p:embed/>
                </p:oleObj>
              </mc:Choice>
              <mc:Fallback>
                <p:oleObj name="Equation" r:id="rId4" imgW="901440" imgH="241200" progId="Equation.3">
                  <p:embed/>
                  <p:pic>
                    <p:nvPicPr>
                      <p:cNvPr id="0" name="Object 20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2743200"/>
                        <a:ext cx="13525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2070">
            <a:extLst>
              <a:ext uri="{FF2B5EF4-FFF2-40B4-BE49-F238E27FC236}">
                <a16:creationId xmlns:a16="http://schemas.microsoft.com/office/drawing/2014/main" id="{2F800C0F-EDCF-7061-70CC-C93E824C43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3248025"/>
          <a:ext cx="12763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241200" progId="Equation.3">
                  <p:embed/>
                </p:oleObj>
              </mc:Choice>
              <mc:Fallback>
                <p:oleObj name="Equation" r:id="rId6" imgW="850680" imgH="241200" progId="Equation.3">
                  <p:embed/>
                  <p:pic>
                    <p:nvPicPr>
                      <p:cNvPr id="0" name="Object 20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3248025"/>
                        <a:ext cx="12763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2071">
            <a:extLst>
              <a:ext uri="{FF2B5EF4-FFF2-40B4-BE49-F238E27FC236}">
                <a16:creationId xmlns:a16="http://schemas.microsoft.com/office/drawing/2014/main" id="{70188FDF-AAB2-69A1-475E-395670BB50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3733800"/>
          <a:ext cx="12001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241200" progId="Equation.3">
                  <p:embed/>
                </p:oleObj>
              </mc:Choice>
              <mc:Fallback>
                <p:oleObj name="Equation" r:id="rId8" imgW="799920" imgH="241200" progId="Equation.3">
                  <p:embed/>
                  <p:pic>
                    <p:nvPicPr>
                      <p:cNvPr id="0" name="Object 20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3733800"/>
                        <a:ext cx="12001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Text Box 2072">
            <a:extLst>
              <a:ext uri="{FF2B5EF4-FFF2-40B4-BE49-F238E27FC236}">
                <a16:creationId xmlns:a16="http://schemas.microsoft.com/office/drawing/2014/main" id="{5E229DBA-56EA-D784-BE8D-AB484F5DA52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69925" y="777875"/>
            <a:ext cx="41148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만약 </a:t>
            </a:r>
            <a:r>
              <a:rPr lang="en-US" altLang="ko-KR" sz="1200" b="1">
                <a:latin typeface="Times New Roman" panose="02020603050405020304" pitchFamily="18" charset="0"/>
              </a:rPr>
              <a:t>Z </a:t>
            </a:r>
            <a:r>
              <a:rPr lang="ko-KR" altLang="en-US" sz="1200" b="1">
                <a:latin typeface="Times New Roman" panose="02020603050405020304" pitchFamily="18" charset="0"/>
              </a:rPr>
              <a:t>방향의 크기를 전부 </a:t>
            </a:r>
            <a:r>
              <a:rPr lang="en-US" altLang="ko-KR" sz="1200" b="1">
                <a:latin typeface="Times New Roman" panose="02020603050405020304" pitchFamily="18" charset="0"/>
              </a:rPr>
              <a:t>1</a:t>
            </a:r>
            <a:r>
              <a:rPr lang="ko-KR" altLang="en-US" sz="1200" b="1">
                <a:latin typeface="Times New Roman" panose="02020603050405020304" pitchFamily="18" charset="0"/>
              </a:rPr>
              <a:t>로 한다면 다음과 같이 된다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aphicFrame>
        <p:nvGraphicFramePr>
          <p:cNvPr id="28678" name="Object 2073">
            <a:extLst>
              <a:ext uri="{FF2B5EF4-FFF2-40B4-BE49-F238E27FC236}">
                <a16:creationId xmlns:a16="http://schemas.microsoft.com/office/drawing/2014/main" id="{FB08CDFE-438A-2D71-FDC2-142CA17DE1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1981200"/>
          <a:ext cx="1562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1120" imgH="431640" progId="Equation.3">
                  <p:embed/>
                </p:oleObj>
              </mc:Choice>
              <mc:Fallback>
                <p:oleObj name="Equation" r:id="rId10" imgW="1041120" imgH="431640" progId="Equation.3">
                  <p:embed/>
                  <p:pic>
                    <p:nvPicPr>
                      <p:cNvPr id="0" name="Object 2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1981200"/>
                        <a:ext cx="15621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2075">
            <a:extLst>
              <a:ext uri="{FF2B5EF4-FFF2-40B4-BE49-F238E27FC236}">
                <a16:creationId xmlns:a16="http://schemas.microsoft.com/office/drawing/2014/main" id="{87C6C6F1-17B0-061A-5023-F0410B8A6B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4187825"/>
          <a:ext cx="9906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240" imgH="241200" progId="Equation.3">
                  <p:embed/>
                </p:oleObj>
              </mc:Choice>
              <mc:Fallback>
                <p:oleObj name="Equation" r:id="rId12" imgW="660240" imgH="241200" progId="Equation.3">
                  <p:embed/>
                  <p:pic>
                    <p:nvPicPr>
                      <p:cNvPr id="0" name="Object 2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4187825"/>
                        <a:ext cx="99060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2076">
            <a:extLst>
              <a:ext uri="{FF2B5EF4-FFF2-40B4-BE49-F238E27FC236}">
                <a16:creationId xmlns:a16="http://schemas.microsoft.com/office/drawing/2014/main" id="{C8BDD984-F03A-4F04-11E3-11824FF88D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5638800"/>
          <a:ext cx="51244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16040" imgH="241200" progId="Equation.3">
                  <p:embed/>
                </p:oleObj>
              </mc:Choice>
              <mc:Fallback>
                <p:oleObj name="Equation" r:id="rId14" imgW="3416040" imgH="241200" progId="Equation.3">
                  <p:embed/>
                  <p:pic>
                    <p:nvPicPr>
                      <p:cNvPr id="0" name="Object 20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5638800"/>
                        <a:ext cx="51244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6" name="Text Box 2078">
            <a:extLst>
              <a:ext uri="{FF2B5EF4-FFF2-40B4-BE49-F238E27FC236}">
                <a16:creationId xmlns:a16="http://schemas.microsoft.com/office/drawing/2014/main" id="{20080E09-D56B-1EEF-9437-F1025DDA999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69925" y="5202238"/>
            <a:ext cx="55626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Projection matrix</a:t>
            </a:r>
            <a:r>
              <a:rPr lang="ko-KR" altLang="en-US" sz="1200" b="1">
                <a:latin typeface="Times New Roman" panose="02020603050405020304" pitchFamily="18" charset="0"/>
              </a:rPr>
              <a:t>와 </a:t>
            </a:r>
            <a:r>
              <a:rPr lang="en-US" altLang="ko-KR" sz="1200" b="1">
                <a:latin typeface="Times New Roman" panose="02020603050405020304" pitchFamily="18" charset="0"/>
              </a:rPr>
              <a:t>model view matrix</a:t>
            </a:r>
            <a:r>
              <a:rPr lang="ko-KR" altLang="en-US" sz="1200" b="1">
                <a:latin typeface="Times New Roman" panose="02020603050405020304" pitchFamily="18" charset="0"/>
              </a:rPr>
              <a:t>로 다음과 같은 식을 유도할 수 있다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aphicFrame>
        <p:nvGraphicFramePr>
          <p:cNvPr id="28681" name="Object 2080">
            <a:extLst>
              <a:ext uri="{FF2B5EF4-FFF2-40B4-BE49-F238E27FC236}">
                <a16:creationId xmlns:a16="http://schemas.microsoft.com/office/drawing/2014/main" id="{807A2567-AF81-F319-EDD1-D9EE078E9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6019800"/>
          <a:ext cx="12192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241200" progId="Equation.3">
                  <p:embed/>
                </p:oleObj>
              </mc:Choice>
              <mc:Fallback>
                <p:oleObj name="Equation" r:id="rId16" imgW="812520" imgH="241200" progId="Equation.3">
                  <p:embed/>
                  <p:pic>
                    <p:nvPicPr>
                      <p:cNvPr id="0" name="Object 20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6019800"/>
                        <a:ext cx="121920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2084">
            <a:extLst>
              <a:ext uri="{FF2B5EF4-FFF2-40B4-BE49-F238E27FC236}">
                <a16:creationId xmlns:a16="http://schemas.microsoft.com/office/drawing/2014/main" id="{6852735F-65C5-0EFB-F26E-44DE3E52CB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6440488"/>
          <a:ext cx="11811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87320" imgH="241200" progId="Equation.3">
                  <p:embed/>
                </p:oleObj>
              </mc:Choice>
              <mc:Fallback>
                <p:oleObj name="Equation" r:id="rId18" imgW="787320" imgH="241200" progId="Equation.3">
                  <p:embed/>
                  <p:pic>
                    <p:nvPicPr>
                      <p:cNvPr id="0" name="Object 20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6440488"/>
                        <a:ext cx="11811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2085">
            <a:extLst>
              <a:ext uri="{FF2B5EF4-FFF2-40B4-BE49-F238E27FC236}">
                <a16:creationId xmlns:a16="http://schemas.microsoft.com/office/drawing/2014/main" id="{2838C35B-3E6E-35EA-B4C9-47FD82A31F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6823075"/>
          <a:ext cx="12382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25480" imgH="241200" progId="Equation.3">
                  <p:embed/>
                </p:oleObj>
              </mc:Choice>
              <mc:Fallback>
                <p:oleObj name="Equation" r:id="rId20" imgW="825480" imgH="241200" progId="Equation.3">
                  <p:embed/>
                  <p:pic>
                    <p:nvPicPr>
                      <p:cNvPr id="0" name="Object 20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6823075"/>
                        <a:ext cx="12382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2086">
            <a:extLst>
              <a:ext uri="{FF2B5EF4-FFF2-40B4-BE49-F238E27FC236}">
                <a16:creationId xmlns:a16="http://schemas.microsoft.com/office/drawing/2014/main" id="{9AFC00F0-C111-0716-5BCC-0876F6ED22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925" y="7243763"/>
          <a:ext cx="12382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25480" imgH="241200" progId="Equation.3">
                  <p:embed/>
                </p:oleObj>
              </mc:Choice>
              <mc:Fallback>
                <p:oleObj name="Equation" r:id="rId22" imgW="825480" imgH="241200" progId="Equation.3">
                  <p:embed/>
                  <p:pic>
                    <p:nvPicPr>
                      <p:cNvPr id="0" name="Object 20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7243763"/>
                        <a:ext cx="123825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4" name="Text Box 2">
            <a:extLst>
              <a:ext uri="{FF2B5EF4-FFF2-40B4-BE49-F238E27FC236}">
                <a16:creationId xmlns:a16="http://schemas.microsoft.com/office/drawing/2014/main" id="{00E9816E-28BC-F24D-0DE2-7F99198A7DA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9600" y="609600"/>
            <a:ext cx="32766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711" tIns="30855" rIns="61711" bIns="30855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Times New Roman" panose="02020603050405020304" pitchFamily="18" charset="0"/>
              </a:rPr>
              <a:t>D3D Matrix</a:t>
            </a:r>
            <a:endParaRPr lang="en-US" altLang="ko-KR">
              <a:latin typeface="Times New Roman" panose="02020603050405020304" pitchFamily="18" charset="0"/>
            </a:endParaRPr>
          </a:p>
        </p:txBody>
      </p:sp>
      <p:sp>
        <p:nvSpPr>
          <p:cNvPr id="29705" name="Text Box 3">
            <a:extLst>
              <a:ext uri="{FF2B5EF4-FFF2-40B4-BE49-F238E27FC236}">
                <a16:creationId xmlns:a16="http://schemas.microsoft.com/office/drawing/2014/main" id="{92E85D50-995B-8589-4969-5C0C7901AD2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1143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1. Projection Matrix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graphicFrame>
        <p:nvGraphicFramePr>
          <p:cNvPr id="29698" name="Object 4">
            <a:extLst>
              <a:ext uri="{FF2B5EF4-FFF2-40B4-BE49-F238E27FC236}">
                <a16:creationId xmlns:a16="http://schemas.microsoft.com/office/drawing/2014/main" id="{29E43FFA-A673-9A3C-B670-A228CCDC11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" y="1600200"/>
          <a:ext cx="1809750" cy="177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1143000" progId="Equation.3">
                  <p:embed/>
                </p:oleObj>
              </mc:Choice>
              <mc:Fallback>
                <p:oleObj name="Equation" r:id="rId2" imgW="1206360" imgH="1143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" y="1600200"/>
                        <a:ext cx="1809750" cy="177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Text Box 5">
            <a:extLst>
              <a:ext uri="{FF2B5EF4-FFF2-40B4-BE49-F238E27FC236}">
                <a16:creationId xmlns:a16="http://schemas.microsoft.com/office/drawing/2014/main" id="{DED655E1-6E77-A037-A983-FC50F73895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37338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2. View Matrix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graphicFrame>
        <p:nvGraphicFramePr>
          <p:cNvPr id="29699" name="Object 6">
            <a:extLst>
              <a:ext uri="{FF2B5EF4-FFF2-40B4-BE49-F238E27FC236}">
                <a16:creationId xmlns:a16="http://schemas.microsoft.com/office/drawing/2014/main" id="{49E3CAD2-7641-E3CA-8512-77AF17E255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4040188"/>
          <a:ext cx="192405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431640" progId="Equation.3">
                  <p:embed/>
                </p:oleObj>
              </mc:Choice>
              <mc:Fallback>
                <p:oleObj name="Equation" r:id="rId4" imgW="128268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4040188"/>
                        <a:ext cx="192405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7">
            <a:extLst>
              <a:ext uri="{FF2B5EF4-FFF2-40B4-BE49-F238E27FC236}">
                <a16:creationId xmlns:a16="http://schemas.microsoft.com/office/drawing/2014/main" id="{CFE7E7CD-3BBE-E0A9-7FDC-4D53D122B9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8900" y="4000500"/>
          <a:ext cx="18669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520" imgH="469800" progId="Equation.3">
                  <p:embed/>
                </p:oleObj>
              </mc:Choice>
              <mc:Fallback>
                <p:oleObj name="Equation" r:id="rId6" imgW="1244520" imgH="46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4000500"/>
                        <a:ext cx="18669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8">
            <a:extLst>
              <a:ext uri="{FF2B5EF4-FFF2-40B4-BE49-F238E27FC236}">
                <a16:creationId xmlns:a16="http://schemas.microsoft.com/office/drawing/2014/main" id="{DBE819DF-32D2-F34A-0757-5E718F59BC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4197350"/>
          <a:ext cx="15240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920" imgH="203040" progId="Equation.3">
                  <p:embed/>
                </p:oleObj>
              </mc:Choice>
              <mc:Fallback>
                <p:oleObj name="Equation" r:id="rId8" imgW="101592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197350"/>
                        <a:ext cx="15240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9">
            <a:extLst>
              <a:ext uri="{FF2B5EF4-FFF2-40B4-BE49-F238E27FC236}">
                <a16:creationId xmlns:a16="http://schemas.microsoft.com/office/drawing/2014/main" id="{474F8145-A495-9D9E-786B-55EF53FB56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4867275"/>
          <a:ext cx="28575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760" imgH="939600" progId="Equation.3">
                  <p:embed/>
                </p:oleObj>
              </mc:Choice>
              <mc:Fallback>
                <p:oleObj name="Equation" r:id="rId10" imgW="1904760" imgH="939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4867275"/>
                        <a:ext cx="285750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10">
            <a:extLst>
              <a:ext uri="{FF2B5EF4-FFF2-40B4-BE49-F238E27FC236}">
                <a16:creationId xmlns:a16="http://schemas.microsoft.com/office/drawing/2014/main" id="{E3858BF1-F98F-FA2A-8174-98377DAE62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175" y="6543675"/>
          <a:ext cx="37719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14600" imgH="939600" progId="Equation.3">
                  <p:embed/>
                </p:oleObj>
              </mc:Choice>
              <mc:Fallback>
                <p:oleObj name="Equation" r:id="rId12" imgW="2514600" imgH="939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" y="6543675"/>
                        <a:ext cx="377190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7" name="Text Box 11">
            <a:extLst>
              <a:ext uri="{FF2B5EF4-FFF2-40B4-BE49-F238E27FC236}">
                <a16:creationId xmlns:a16="http://schemas.microsoft.com/office/drawing/2014/main" id="{E2FEA305-5EAB-3E46-C8C3-E58512FB5A3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8139113"/>
            <a:ext cx="5486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위의 수식에서 </a:t>
            </a:r>
            <a:r>
              <a:rPr lang="en-US" altLang="ko-KR" sz="1200" b="1">
                <a:latin typeface="Times New Roman" panose="02020603050405020304" pitchFamily="18" charset="0"/>
              </a:rPr>
              <a:t>View Matrix </a:t>
            </a:r>
            <a:r>
              <a:rPr lang="ko-KR" altLang="en-US" sz="1200" b="1">
                <a:latin typeface="Times New Roman" panose="02020603050405020304" pitchFamily="18" charset="0"/>
              </a:rPr>
              <a:t>의 </a:t>
            </a:r>
            <a:r>
              <a:rPr lang="en-US" altLang="ko-KR" sz="1200" b="1">
                <a:latin typeface="Times New Roman" panose="02020603050405020304" pitchFamily="18" charset="0"/>
              </a:rPr>
              <a:t>Inverse matrix</a:t>
            </a:r>
            <a:r>
              <a:rPr lang="ko-KR" altLang="en-US" sz="1200" b="1">
                <a:latin typeface="Times New Roman" panose="02020603050405020304" pitchFamily="18" charset="0"/>
              </a:rPr>
              <a:t>를 이용해서 카메라의 포지션을 구할 수 있다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7" name="Rectangle 13">
            <a:extLst>
              <a:ext uri="{FF2B5EF4-FFF2-40B4-BE49-F238E27FC236}">
                <a16:creationId xmlns:a16="http://schemas.microsoft.com/office/drawing/2014/main" id="{066946F3-F682-9D04-B1AA-301C50BD1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D3D Matrix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3. Shadow Matrix Point Light</a:t>
            </a:r>
          </a:p>
          <a:p>
            <a:pPr algn="just" latinLnBrk="0"/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ko-KR" sz="1200">
              <a:latin typeface="바탕" panose="02030600000101010101" pitchFamily="18" charset="-127"/>
              <a:cs typeface="Times New Roman" panose="02020603050405020304" pitchFamily="18" charset="0"/>
            </a:endParaRPr>
          </a:p>
          <a:p>
            <a:pPr latinLnBrk="0"/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그림자 투영 행렬은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vector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로 충분하나 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Matrix</a:t>
            </a:r>
            <a:r>
              <a:rPr lang="ko-KR" altLang="en-US" sz="1000">
                <a:latin typeface="바탕" panose="02030600000101010101" pitchFamily="18" charset="-127"/>
                <a:ea typeface="바탕" panose="02030600000101010101" pitchFamily="18" charset="-127"/>
              </a:rPr>
              <a:t>로 표현하면 여러 가지 편리하다</a:t>
            </a:r>
            <a:r>
              <a:rPr lang="en-US" altLang="ko-KR" sz="1000"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900"/>
          </a:p>
        </p:txBody>
      </p:sp>
      <p:grpSp>
        <p:nvGrpSpPr>
          <p:cNvPr id="30728" name="Group 26">
            <a:extLst>
              <a:ext uri="{FF2B5EF4-FFF2-40B4-BE49-F238E27FC236}">
                <a16:creationId xmlns:a16="http://schemas.microsoft.com/office/drawing/2014/main" id="{9797A4E7-F962-3A6C-279F-125E840F0DDB}"/>
              </a:ext>
            </a:extLst>
          </p:cNvPr>
          <p:cNvGrpSpPr>
            <a:grpSpLocks/>
          </p:cNvGrpSpPr>
          <p:nvPr/>
        </p:nvGrpSpPr>
        <p:grpSpPr bwMode="auto">
          <a:xfrm>
            <a:off x="368300" y="2046288"/>
            <a:ext cx="5543550" cy="7245350"/>
            <a:chOff x="232" y="1289"/>
            <a:chExt cx="3492" cy="4564"/>
          </a:xfrm>
        </p:grpSpPr>
        <p:graphicFrame>
          <p:nvGraphicFramePr>
            <p:cNvPr id="30722" name="Object 4">
              <a:extLst>
                <a:ext uri="{FF2B5EF4-FFF2-40B4-BE49-F238E27FC236}">
                  <a16:creationId xmlns:a16="http://schemas.microsoft.com/office/drawing/2014/main" id="{0D5A6A65-3F7A-EC78-050B-5E063AFFC1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2" y="2052"/>
            <a:ext cx="3492" cy="38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695400" imgH="3886200" progId="Equation.3">
                    <p:embed/>
                  </p:oleObj>
                </mc:Choice>
                <mc:Fallback>
                  <p:oleObj name="Equation" r:id="rId2" imgW="3695400" imgH="3886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" y="2052"/>
                          <a:ext cx="3492" cy="38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29" name="Line 8">
              <a:extLst>
                <a:ext uri="{FF2B5EF4-FFF2-40B4-BE49-F238E27FC236}">
                  <a16:creationId xmlns:a16="http://schemas.microsoft.com/office/drawing/2014/main" id="{96A19EC0-665B-263C-DCBA-63FF3DD74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392"/>
              <a:ext cx="432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30730" name="Line 9">
              <a:extLst>
                <a:ext uri="{FF2B5EF4-FFF2-40B4-BE49-F238E27FC236}">
                  <a16:creationId xmlns:a16="http://schemas.microsoft.com/office/drawing/2014/main" id="{0334EC6D-B50C-89C9-448D-75C36B6FC0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84" y="2124"/>
              <a:ext cx="624" cy="432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30731" name="Oval 10">
              <a:extLst>
                <a:ext uri="{FF2B5EF4-FFF2-40B4-BE49-F238E27FC236}">
                  <a16:creationId xmlns:a16="http://schemas.microsoft.com/office/drawing/2014/main" id="{5A11DBBC-021C-3233-6D03-8A9193CE1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64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aphicFrame>
          <p:nvGraphicFramePr>
            <p:cNvPr id="30723" name="Object 11">
              <a:extLst>
                <a:ext uri="{FF2B5EF4-FFF2-40B4-BE49-F238E27FC236}">
                  <a16:creationId xmlns:a16="http://schemas.microsoft.com/office/drawing/2014/main" id="{3C82C2EE-F2B8-F5AD-3922-83D8954B52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0" y="1289"/>
            <a:ext cx="132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203040" progId="Equation.3">
                    <p:embed/>
                  </p:oleObj>
                </mc:Choice>
                <mc:Fallback>
                  <p:oleObj name="Equation" r:id="rId4" imgW="139680" imgH="2030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0" y="1289"/>
                          <a:ext cx="132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4" name="Object 12">
              <a:extLst>
                <a:ext uri="{FF2B5EF4-FFF2-40B4-BE49-F238E27FC236}">
                  <a16:creationId xmlns:a16="http://schemas.microsoft.com/office/drawing/2014/main" id="{FB9989F5-0204-0E5D-2B23-9C5937839E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1920"/>
            <a:ext cx="12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64880" progId="Equation.3">
                    <p:embed/>
                  </p:oleObj>
                </mc:Choice>
                <mc:Fallback>
                  <p:oleObj name="Equation" r:id="rId6" imgW="126720" imgH="1648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920"/>
                          <a:ext cx="12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5" name="Object 14">
              <a:extLst>
                <a:ext uri="{FF2B5EF4-FFF2-40B4-BE49-F238E27FC236}">
                  <a16:creationId xmlns:a16="http://schemas.microsoft.com/office/drawing/2014/main" id="{5BD05DF9-F5EF-9479-ABA3-967C6DAC99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4" y="1623"/>
            <a:ext cx="12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203040" progId="Equation.3">
                    <p:embed/>
                  </p:oleObj>
                </mc:Choice>
                <mc:Fallback>
                  <p:oleObj name="Equation" r:id="rId8" imgW="126720" imgH="2030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4" y="1623"/>
                          <a:ext cx="12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2" name="Rectangle 15">
              <a:extLst>
                <a:ext uri="{FF2B5EF4-FFF2-40B4-BE49-F238E27FC236}">
                  <a16:creationId xmlns:a16="http://schemas.microsoft.com/office/drawing/2014/main" id="{287654A8-9FAA-63AC-6C8D-024424637D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700000">
              <a:off x="2047" y="1547"/>
              <a:ext cx="1408" cy="8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0733" name="Line 16">
              <a:extLst>
                <a:ext uri="{FF2B5EF4-FFF2-40B4-BE49-F238E27FC236}">
                  <a16:creationId xmlns:a16="http://schemas.microsoft.com/office/drawing/2014/main" id="{CA179339-8978-FAF3-ABD7-61EB226304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28" y="1392"/>
              <a:ext cx="1056" cy="7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30734" name="Oval 17">
              <a:extLst>
                <a:ext uri="{FF2B5EF4-FFF2-40B4-BE49-F238E27FC236}">
                  <a16:creationId xmlns:a16="http://schemas.microsoft.com/office/drawing/2014/main" id="{C2FB875F-DC86-F48D-040D-50145B651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" y="1805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0735" name="Oval 21">
              <a:extLst>
                <a:ext uri="{FF2B5EF4-FFF2-40B4-BE49-F238E27FC236}">
                  <a16:creationId xmlns:a16="http://schemas.microsoft.com/office/drawing/2014/main" id="{B6D08BAE-8379-8A30-AD8B-48747DA83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5" y="136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aphicFrame>
          <p:nvGraphicFramePr>
            <p:cNvPr id="30726" name="Object 23">
              <a:extLst>
                <a:ext uri="{FF2B5EF4-FFF2-40B4-BE49-F238E27FC236}">
                  <a16:creationId xmlns:a16="http://schemas.microsoft.com/office/drawing/2014/main" id="{05348EDA-B31C-C753-1E24-F39C422256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32" y="2440"/>
            <a:ext cx="12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720" imgH="177480" progId="Equation.3">
                    <p:embed/>
                  </p:oleObj>
                </mc:Choice>
                <mc:Fallback>
                  <p:oleObj name="Equation" r:id="rId10" imgW="126720" imgH="17748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2" y="2440"/>
                          <a:ext cx="12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6" name="Line 24">
              <a:extLst>
                <a:ext uri="{FF2B5EF4-FFF2-40B4-BE49-F238E27FC236}">
                  <a16:creationId xmlns:a16="http://schemas.microsoft.com/office/drawing/2014/main" id="{21BB8228-AB02-F9E4-DD69-EA9A6379A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32" y="2213"/>
              <a:ext cx="28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>
            <a:extLst>
              <a:ext uri="{FF2B5EF4-FFF2-40B4-BE49-F238E27FC236}">
                <a16:creationId xmlns:a16="http://schemas.microsoft.com/office/drawing/2014/main" id="{FA1C356C-E4CE-112D-76AA-70BDDBBA51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0750" y="3698875"/>
          <a:ext cx="4438650" cy="515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58840" imgH="3314520" progId="Equation.3">
                  <p:embed/>
                </p:oleObj>
              </mc:Choice>
              <mc:Fallback>
                <p:oleObj name="Equation" r:id="rId2" imgW="2958840" imgH="33145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3698875"/>
                        <a:ext cx="4438650" cy="515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Line 3">
            <a:extLst>
              <a:ext uri="{FF2B5EF4-FFF2-40B4-BE49-F238E27FC236}">
                <a16:creationId xmlns:a16="http://schemas.microsoft.com/office/drawing/2014/main" id="{0BB34376-87A5-9656-B8A2-ED327E034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8275" y="1933575"/>
            <a:ext cx="685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1752" name="Line 4">
            <a:extLst>
              <a:ext uri="{FF2B5EF4-FFF2-40B4-BE49-F238E27FC236}">
                <a16:creationId xmlns:a16="http://schemas.microsoft.com/office/drawing/2014/main" id="{CDC4D53C-B7EF-8BB4-5A64-8DB576FA78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4675" y="3095625"/>
            <a:ext cx="990600" cy="6858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1753" name="Oval 5">
            <a:extLst>
              <a:ext uri="{FF2B5EF4-FFF2-40B4-BE49-F238E27FC236}">
                <a16:creationId xmlns:a16="http://schemas.microsoft.com/office/drawing/2014/main" id="{E46C7F7F-B549-9BE3-9325-604BE960B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8475" y="3000375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31747" name="Object 6">
            <a:extLst>
              <a:ext uri="{FF2B5EF4-FFF2-40B4-BE49-F238E27FC236}">
                <a16:creationId xmlns:a16="http://schemas.microsoft.com/office/drawing/2014/main" id="{C96EFF37-0D35-FC83-11E6-F91F394C88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0063" y="1768475"/>
          <a:ext cx="2095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203040" progId="Equation.3">
                  <p:embed/>
                </p:oleObj>
              </mc:Choice>
              <mc:Fallback>
                <p:oleObj name="Equation" r:id="rId4" imgW="13968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1768475"/>
                        <a:ext cx="20955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7">
            <a:extLst>
              <a:ext uri="{FF2B5EF4-FFF2-40B4-BE49-F238E27FC236}">
                <a16:creationId xmlns:a16="http://schemas.microsoft.com/office/drawing/2014/main" id="{95C12D26-7477-A98D-63FA-E225E17D0F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7075" y="2771775"/>
          <a:ext cx="19050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64880" progId="Equation.3">
                  <p:embed/>
                </p:oleObj>
              </mc:Choice>
              <mc:Fallback>
                <p:oleObj name="Equation" r:id="rId6" imgW="126720" imgH="1648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075" y="2771775"/>
                        <a:ext cx="19050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Rectangle 8">
            <a:extLst>
              <a:ext uri="{FF2B5EF4-FFF2-40B4-BE49-F238E27FC236}">
                <a16:creationId xmlns:a16="http://schemas.microsoft.com/office/drawing/2014/main" id="{E66FFC0A-FDC7-19D6-B356-7600F2C84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D3D Matrix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4. Shadow Matrix Parallel Light</a:t>
            </a:r>
            <a:endParaRPr lang="en-US" altLang="ko-KR" sz="900"/>
          </a:p>
        </p:txBody>
      </p:sp>
      <p:graphicFrame>
        <p:nvGraphicFramePr>
          <p:cNvPr id="31749" name="Object 9">
            <a:extLst>
              <a:ext uri="{FF2B5EF4-FFF2-40B4-BE49-F238E27FC236}">
                <a16:creationId xmlns:a16="http://schemas.microsoft.com/office/drawing/2014/main" id="{71B03B22-5EE0-BA12-B9F3-3B9037FA30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300288"/>
          <a:ext cx="19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203040" progId="Equation.3">
                  <p:embed/>
                </p:oleObj>
              </mc:Choice>
              <mc:Fallback>
                <p:oleObj name="Equation" r:id="rId8" imgW="12672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300288"/>
                        <a:ext cx="190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Rectangle 10">
            <a:extLst>
              <a:ext uri="{FF2B5EF4-FFF2-40B4-BE49-F238E27FC236}">
                <a16:creationId xmlns:a16="http://schemas.microsoft.com/office/drawing/2014/main" id="{21D6BEF5-73AB-1548-00EF-39388201DF03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3214688" y="2179638"/>
            <a:ext cx="2235200" cy="139858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1756" name="Line 11">
            <a:extLst>
              <a:ext uri="{FF2B5EF4-FFF2-40B4-BE49-F238E27FC236}">
                <a16:creationId xmlns:a16="http://schemas.microsoft.com/office/drawing/2014/main" id="{320832F1-509A-5BCB-CA7C-DB13722CCA5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8275" y="1933575"/>
            <a:ext cx="1676400" cy="11604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1757" name="Oval 12">
            <a:extLst>
              <a:ext uri="{FF2B5EF4-FFF2-40B4-BE49-F238E27FC236}">
                <a16:creationId xmlns:a16="http://schemas.microsoft.com/office/drawing/2014/main" id="{1F04ED07-8843-9BB7-6CC4-61302A575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1413" y="258921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31750" name="Object 14">
            <a:extLst>
              <a:ext uri="{FF2B5EF4-FFF2-40B4-BE49-F238E27FC236}">
                <a16:creationId xmlns:a16="http://schemas.microsoft.com/office/drawing/2014/main" id="{1665F368-3F9D-5372-49F9-EDB77D7AE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5875" y="3597275"/>
          <a:ext cx="1905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77480" progId="Equation.3">
                  <p:embed/>
                </p:oleObj>
              </mc:Choice>
              <mc:Fallback>
                <p:oleObj name="Equation" r:id="rId10" imgW="126720" imgH="177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5" y="3597275"/>
                        <a:ext cx="19050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8" name="Line 15">
            <a:extLst>
              <a:ext uri="{FF2B5EF4-FFF2-40B4-BE49-F238E27FC236}">
                <a16:creationId xmlns:a16="http://schemas.microsoft.com/office/drawing/2014/main" id="{D38CD68B-9FB4-50FC-0A86-E42178D216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25875" y="32369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>
            <a:extLst>
              <a:ext uri="{FF2B5EF4-FFF2-40B4-BE49-F238E27FC236}">
                <a16:creationId xmlns:a16="http://schemas.microsoft.com/office/drawing/2014/main" id="{A426D612-A3F1-82E8-0969-2E57A06AB3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175" y="1639888"/>
          <a:ext cx="4973638" cy="800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95400" imgH="5740200" progId="Equation.3">
                  <p:embed/>
                </p:oleObj>
              </mc:Choice>
              <mc:Fallback>
                <p:oleObj name="Equation" r:id="rId2" imgW="3695400" imgH="5740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1639888"/>
                        <a:ext cx="4973638" cy="800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Rectangle 8">
            <a:extLst>
              <a:ext uri="{FF2B5EF4-FFF2-40B4-BE49-F238E27FC236}">
                <a16:creationId xmlns:a16="http://schemas.microsoft.com/office/drawing/2014/main" id="{EF7B51E1-CE09-CB84-A544-8BFDC5589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D3D Matrix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5. Shadow Matrix( Parallel Light and Point)</a:t>
            </a:r>
            <a:endParaRPr lang="en-US" altLang="ko-KR" sz="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1" name="Rectangle 10">
            <a:extLst>
              <a:ext uri="{FF2B5EF4-FFF2-40B4-BE49-F238E27FC236}">
                <a16:creationId xmlns:a16="http://schemas.microsoft.com/office/drawing/2014/main" id="{3AB5CD9E-A1E3-CE6B-03FD-3D257C474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D3D Matrix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5. Reflection Matrix</a:t>
            </a:r>
            <a:endParaRPr lang="en-US" altLang="ko-KR" sz="900"/>
          </a:p>
        </p:txBody>
      </p:sp>
      <p:grpSp>
        <p:nvGrpSpPr>
          <p:cNvPr id="33802" name="Group 37">
            <a:extLst>
              <a:ext uri="{FF2B5EF4-FFF2-40B4-BE49-F238E27FC236}">
                <a16:creationId xmlns:a16="http://schemas.microsoft.com/office/drawing/2014/main" id="{188E3C0C-1D85-8724-BF47-456FF65044F2}"/>
              </a:ext>
            </a:extLst>
          </p:cNvPr>
          <p:cNvGrpSpPr>
            <a:grpSpLocks/>
          </p:cNvGrpSpPr>
          <p:nvPr/>
        </p:nvGrpSpPr>
        <p:grpSpPr bwMode="auto">
          <a:xfrm>
            <a:off x="893763" y="1585913"/>
            <a:ext cx="4695825" cy="7272337"/>
            <a:chOff x="563" y="999"/>
            <a:chExt cx="2958" cy="4581"/>
          </a:xfrm>
        </p:grpSpPr>
        <p:graphicFrame>
          <p:nvGraphicFramePr>
            <p:cNvPr id="33794" name="Object 4">
              <a:extLst>
                <a:ext uri="{FF2B5EF4-FFF2-40B4-BE49-F238E27FC236}">
                  <a16:creationId xmlns:a16="http://schemas.microsoft.com/office/drawing/2014/main" id="{E4E0FE10-9AA5-02A5-800A-5568506E89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3" y="1626"/>
            <a:ext cx="2232" cy="39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61960" imgH="4038480" progId="Equation.3">
                    <p:embed/>
                  </p:oleObj>
                </mc:Choice>
                <mc:Fallback>
                  <p:oleObj name="Equation" r:id="rId2" imgW="2361960" imgH="403848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" y="1626"/>
                          <a:ext cx="2232" cy="39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3" name="Oval 21">
              <a:extLst>
                <a:ext uri="{FF2B5EF4-FFF2-40B4-BE49-F238E27FC236}">
                  <a16:creationId xmlns:a16="http://schemas.microsoft.com/office/drawing/2014/main" id="{BE898C74-C8ED-BE39-B3C0-03523DB2A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0" y="2349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aphicFrame>
          <p:nvGraphicFramePr>
            <p:cNvPr id="33795" name="Object 23">
              <a:extLst>
                <a:ext uri="{FF2B5EF4-FFF2-40B4-BE49-F238E27FC236}">
                  <a16:creationId xmlns:a16="http://schemas.microsoft.com/office/drawing/2014/main" id="{F123EB2F-D94B-23EC-9831-DB787E4975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1" y="2205"/>
            <a:ext cx="12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64880" progId="Equation.3">
                    <p:embed/>
                  </p:oleObj>
                </mc:Choice>
                <mc:Fallback>
                  <p:oleObj name="Equation" r:id="rId4" imgW="126720" imgH="16488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1" y="2205"/>
                          <a:ext cx="12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6" name="Object 24">
              <a:extLst>
                <a:ext uri="{FF2B5EF4-FFF2-40B4-BE49-F238E27FC236}">
                  <a16:creationId xmlns:a16="http://schemas.microsoft.com/office/drawing/2014/main" id="{6A1A2BF6-0251-981E-CD2C-4B6FC10731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5" y="999"/>
            <a:ext cx="12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203040" progId="Equation.3">
                    <p:embed/>
                  </p:oleObj>
                </mc:Choice>
                <mc:Fallback>
                  <p:oleObj name="Equation" r:id="rId6" imgW="126720" imgH="2030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" y="999"/>
                          <a:ext cx="12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4" name="Rectangle 25">
              <a:extLst>
                <a:ext uri="{FF2B5EF4-FFF2-40B4-BE49-F238E27FC236}">
                  <a16:creationId xmlns:a16="http://schemas.microsoft.com/office/drawing/2014/main" id="{2B9E96A0-96B9-DD6E-DA1C-D5F402B62B1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700000">
              <a:off x="2103" y="1343"/>
              <a:ext cx="1270" cy="8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aphicFrame>
          <p:nvGraphicFramePr>
            <p:cNvPr id="33797" name="Object 28">
              <a:extLst>
                <a:ext uri="{FF2B5EF4-FFF2-40B4-BE49-F238E27FC236}">
                  <a16:creationId xmlns:a16="http://schemas.microsoft.com/office/drawing/2014/main" id="{E01AD55A-3021-36F8-BFED-A61CDEA059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3" y="1275"/>
            <a:ext cx="12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77480" progId="Equation.3">
                    <p:embed/>
                  </p:oleObj>
                </mc:Choice>
                <mc:Fallback>
                  <p:oleObj name="Equation" r:id="rId8" imgW="126720" imgH="17748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3" y="1275"/>
                          <a:ext cx="12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5" name="Line 29">
              <a:extLst>
                <a:ext uri="{FF2B5EF4-FFF2-40B4-BE49-F238E27FC236}">
                  <a16:creationId xmlns:a16="http://schemas.microsoft.com/office/drawing/2014/main" id="{DCA5041C-D7FB-20BC-F4B7-4B7335930A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11" y="1456"/>
              <a:ext cx="218" cy="1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33806" name="Group 36">
              <a:extLst>
                <a:ext uri="{FF2B5EF4-FFF2-40B4-BE49-F238E27FC236}">
                  <a16:creationId xmlns:a16="http://schemas.microsoft.com/office/drawing/2014/main" id="{0A97B282-76B3-0638-4200-79DBDA3CB9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8" y="1344"/>
              <a:ext cx="1442" cy="1016"/>
              <a:chOff x="1943" y="1242"/>
              <a:chExt cx="1896" cy="1306"/>
            </a:xfrm>
          </p:grpSpPr>
          <p:sp>
            <p:nvSpPr>
              <p:cNvPr id="33809" name="Line 20">
                <a:extLst>
                  <a:ext uri="{FF2B5EF4-FFF2-40B4-BE49-F238E27FC236}">
                    <a16:creationId xmlns:a16="http://schemas.microsoft.com/office/drawing/2014/main" id="{26247D4E-CDB4-BBB1-F370-F2BA2C6DE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96" y="1895"/>
                <a:ext cx="943" cy="653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1711" tIns="30855" rIns="61711" bIns="30855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33810" name="Line 30">
                <a:extLst>
                  <a:ext uri="{FF2B5EF4-FFF2-40B4-BE49-F238E27FC236}">
                    <a16:creationId xmlns:a16="http://schemas.microsoft.com/office/drawing/2014/main" id="{5284E2B8-59CC-3C05-F336-725442E47E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43" y="1242"/>
                <a:ext cx="943" cy="6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1711" tIns="30855" rIns="61711" bIns="30855">
                <a:spAutoFit/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33807" name="Oval 31">
              <a:extLst>
                <a:ext uri="{FF2B5EF4-FFF2-40B4-BE49-F238E27FC236}">
                  <a16:creationId xmlns:a16="http://schemas.microsoft.com/office/drawing/2014/main" id="{B1F92EB7-BBA8-5E45-B3CA-C4AD62FB2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9" y="1271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aphicFrame>
          <p:nvGraphicFramePr>
            <p:cNvPr id="33798" name="Object 32">
              <a:extLst>
                <a:ext uri="{FF2B5EF4-FFF2-40B4-BE49-F238E27FC236}">
                  <a16:creationId xmlns:a16="http://schemas.microsoft.com/office/drawing/2014/main" id="{902224F5-9992-3FA4-5928-B3C1C83EA7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92" y="1402"/>
            <a:ext cx="12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720" imgH="164880" progId="Equation.3">
                    <p:embed/>
                  </p:oleObj>
                </mc:Choice>
                <mc:Fallback>
                  <p:oleObj name="Equation" r:id="rId10" imgW="126720" imgH="16488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2" y="1402"/>
                          <a:ext cx="12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9" name="Object 33">
              <a:extLst>
                <a:ext uri="{FF2B5EF4-FFF2-40B4-BE49-F238E27FC236}">
                  <a16:creationId xmlns:a16="http://schemas.microsoft.com/office/drawing/2014/main" id="{4D617E9E-60E2-E488-AF01-B0CB2B85D2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8" y="1907"/>
            <a:ext cx="12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720" imgH="164880" progId="Equation.3">
                    <p:embed/>
                  </p:oleObj>
                </mc:Choice>
                <mc:Fallback>
                  <p:oleObj name="Equation" r:id="rId10" imgW="126720" imgH="16488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8" y="1907"/>
                          <a:ext cx="12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8" name="Oval 34">
              <a:extLst>
                <a:ext uri="{FF2B5EF4-FFF2-40B4-BE49-F238E27FC236}">
                  <a16:creationId xmlns:a16="http://schemas.microsoft.com/office/drawing/2014/main" id="{E525845C-275C-BAEE-DB10-C61A5F21B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" y="1827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aphicFrame>
          <p:nvGraphicFramePr>
            <p:cNvPr id="33800" name="Object 35">
              <a:extLst>
                <a:ext uri="{FF2B5EF4-FFF2-40B4-BE49-F238E27FC236}">
                  <a16:creationId xmlns:a16="http://schemas.microsoft.com/office/drawing/2014/main" id="{258E8585-3E17-5B63-534D-8FE288A724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67" y="1698"/>
            <a:ext cx="144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80" imgH="164880" progId="Equation.3">
                    <p:embed/>
                  </p:oleObj>
                </mc:Choice>
                <mc:Fallback>
                  <p:oleObj name="Equation" r:id="rId12" imgW="152280" imgH="16488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" y="1698"/>
                          <a:ext cx="144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8" name="Text Box 96">
            <a:extLst>
              <a:ext uri="{FF2B5EF4-FFF2-40B4-BE49-F238E27FC236}">
                <a16:creationId xmlns:a16="http://schemas.microsoft.com/office/drawing/2014/main" id="{832BB2CD-7C60-2431-BD11-884CF9EED63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9600" y="609600"/>
            <a:ext cx="32766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711" tIns="30855" rIns="61711" bIns="30855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Times New Roman" panose="02020603050405020304" pitchFamily="18" charset="0"/>
              </a:rPr>
              <a:t>Coordinate</a:t>
            </a:r>
            <a:endParaRPr lang="en-US" altLang="ko-KR">
              <a:latin typeface="Times New Roman" panose="02020603050405020304" pitchFamily="18" charset="0"/>
            </a:endParaRPr>
          </a:p>
        </p:txBody>
      </p:sp>
      <p:sp>
        <p:nvSpPr>
          <p:cNvPr id="34829" name="Text Box 97">
            <a:extLst>
              <a:ext uri="{FF2B5EF4-FFF2-40B4-BE49-F238E27FC236}">
                <a16:creationId xmlns:a16="http://schemas.microsoft.com/office/drawing/2014/main" id="{9A0472C5-E896-AE79-7ACF-F6F909AA7CA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1143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1. Cartesian coordinate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34830" name="Text Box 98">
            <a:extLst>
              <a:ext uri="{FF2B5EF4-FFF2-40B4-BE49-F238E27FC236}">
                <a16:creationId xmlns:a16="http://schemas.microsoft.com/office/drawing/2014/main" id="{D65BD794-B506-4E20-F93B-0E415E3170C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1477963"/>
            <a:ext cx="54864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흔히 우리가 알고 있는 </a:t>
            </a:r>
            <a:r>
              <a:rPr lang="en-US" altLang="ko-KR" sz="1200" b="1">
                <a:latin typeface="Times New Roman" panose="02020603050405020304" pitchFamily="18" charset="0"/>
              </a:rPr>
              <a:t>x, y, z</a:t>
            </a:r>
            <a:r>
              <a:rPr lang="ko-KR" altLang="en-US" sz="1200" b="1">
                <a:latin typeface="Times New Roman" panose="02020603050405020304" pitchFamily="18" charset="0"/>
              </a:rPr>
              <a:t>로 표현되는 좌표계이며 가장 많이 쓰이는 좌표계이다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일반적으로 사용하며 대칭이 없는 경우에 많이 사용한다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Open GL</a:t>
            </a:r>
            <a:r>
              <a:rPr lang="ko-KR" altLang="en-US" sz="1200" b="1">
                <a:latin typeface="Times New Roman" panose="02020603050405020304" pitchFamily="18" charset="0"/>
              </a:rPr>
              <a:t>기준으로 기하학적 표현은 다음과 같다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4831" name="Text Box 99">
            <a:extLst>
              <a:ext uri="{FF2B5EF4-FFF2-40B4-BE49-F238E27FC236}">
                <a16:creationId xmlns:a16="http://schemas.microsoft.com/office/drawing/2014/main" id="{501418CD-C823-9B4F-BE5C-1FB4E7B8216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5197475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2. Cylinder coordinate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34832" name="Text Box 100">
            <a:extLst>
              <a:ext uri="{FF2B5EF4-FFF2-40B4-BE49-F238E27FC236}">
                <a16:creationId xmlns:a16="http://schemas.microsoft.com/office/drawing/2014/main" id="{F68D4F64-6D28-95E9-8FEA-13A1227A74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5532438"/>
            <a:ext cx="54864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원통 좌표계로 </a:t>
            </a:r>
            <a:r>
              <a:rPr lang="en-US" altLang="ko-KR" sz="1200" b="1">
                <a:latin typeface="Times New Roman" panose="02020603050405020304" pitchFamily="18" charset="0"/>
              </a:rPr>
              <a:t>Cartesian </a:t>
            </a:r>
            <a:r>
              <a:rPr lang="ko-KR" altLang="en-US" sz="1200" b="1">
                <a:latin typeface="Times New Roman" panose="02020603050405020304" pitchFamily="18" charset="0"/>
              </a:rPr>
              <a:t>좌표계에서 본다면 </a:t>
            </a:r>
            <a:r>
              <a:rPr lang="en-US" altLang="ko-KR" sz="1200" b="1">
                <a:latin typeface="Times New Roman" panose="02020603050405020304" pitchFamily="18" charset="0"/>
              </a:rPr>
              <a:t>z,x</a:t>
            </a:r>
            <a:r>
              <a:rPr lang="ko-KR" altLang="en-US" sz="1200" b="1">
                <a:latin typeface="Times New Roman" panose="02020603050405020304" pitchFamily="18" charset="0"/>
              </a:rPr>
              <a:t>를 반지름과 각도로 표현하는 좌표계이다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선에 대한 대칭이 있을 경우에 주로 사용한다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34833" name="Line 102">
            <a:extLst>
              <a:ext uri="{FF2B5EF4-FFF2-40B4-BE49-F238E27FC236}">
                <a16:creationId xmlns:a16="http://schemas.microsoft.com/office/drawing/2014/main" id="{1EE32F48-7C0D-D5DF-3561-72B470D92C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06575" y="4117975"/>
            <a:ext cx="1676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4834" name="Line 103">
            <a:extLst>
              <a:ext uri="{FF2B5EF4-FFF2-40B4-BE49-F238E27FC236}">
                <a16:creationId xmlns:a16="http://schemas.microsoft.com/office/drawing/2014/main" id="{82F4E6F6-C5AA-9F74-CEA3-680AD25AAD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975" y="4117975"/>
            <a:ext cx="990600" cy="377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4835" name="Line 104">
            <a:extLst>
              <a:ext uri="{FF2B5EF4-FFF2-40B4-BE49-F238E27FC236}">
                <a16:creationId xmlns:a16="http://schemas.microsoft.com/office/drawing/2014/main" id="{3C74301D-8F1C-B99E-A674-87B5FDAAAE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6575" y="2441575"/>
            <a:ext cx="0" cy="1676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4836" name="Line 108">
            <a:extLst>
              <a:ext uri="{FF2B5EF4-FFF2-40B4-BE49-F238E27FC236}">
                <a16:creationId xmlns:a16="http://schemas.microsoft.com/office/drawing/2014/main" id="{FE7EC3BA-945E-DC81-AFCF-6B60693CAC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06575" y="3048000"/>
            <a:ext cx="1066800" cy="10668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oval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34818" name="Object 109">
            <a:extLst>
              <a:ext uri="{FF2B5EF4-FFF2-40B4-BE49-F238E27FC236}">
                <a16:creationId xmlns:a16="http://schemas.microsoft.com/office/drawing/2014/main" id="{1A0F0C98-9F9C-6698-D158-2AA9376925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4300" y="2638425"/>
          <a:ext cx="8953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41200" progId="Equation.3">
                  <p:embed/>
                </p:oleObj>
              </mc:Choice>
              <mc:Fallback>
                <p:oleObj name="Equation" r:id="rId2" imgW="596880" imgH="241200" progId="Equation.3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2638425"/>
                        <a:ext cx="895350" cy="369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7" name="Text Box 133">
            <a:extLst>
              <a:ext uri="{FF2B5EF4-FFF2-40B4-BE49-F238E27FC236}">
                <a16:creationId xmlns:a16="http://schemas.microsoft.com/office/drawing/2014/main" id="{AAEEED82-300A-6943-2C3C-145BAE1D3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5475" y="3762375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latin typeface="바탕" panose="02030600000101010101" pitchFamily="18" charset="-127"/>
                <a:ea typeface="바탕" panose="02030600000101010101" pitchFamily="18" charset="-127"/>
              </a:rPr>
              <a:t>X</a:t>
            </a:r>
          </a:p>
        </p:txBody>
      </p:sp>
      <p:sp>
        <p:nvSpPr>
          <p:cNvPr id="34838" name="Text Box 134">
            <a:extLst>
              <a:ext uri="{FF2B5EF4-FFF2-40B4-BE49-F238E27FC236}">
                <a16:creationId xmlns:a16="http://schemas.microsoft.com/office/drawing/2014/main" id="{F95CFBA9-3B38-3B50-5C47-7B7B6F164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3952875"/>
            <a:ext cx="311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latin typeface="바탕" panose="02030600000101010101" pitchFamily="18" charset="-127"/>
                <a:ea typeface="바탕" panose="02030600000101010101" pitchFamily="18" charset="-127"/>
              </a:rPr>
              <a:t>Z</a:t>
            </a:r>
          </a:p>
        </p:txBody>
      </p:sp>
      <p:sp>
        <p:nvSpPr>
          <p:cNvPr id="34839" name="Text Box 135">
            <a:extLst>
              <a:ext uri="{FF2B5EF4-FFF2-40B4-BE49-F238E27FC236}">
                <a16:creationId xmlns:a16="http://schemas.microsoft.com/office/drawing/2014/main" id="{4F901AC8-9DCF-D589-BA4B-05ABD7D15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0" y="2513013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600" b="1">
                <a:latin typeface="바탕" panose="02030600000101010101" pitchFamily="18" charset="-127"/>
                <a:ea typeface="바탕" panose="02030600000101010101" pitchFamily="18" charset="-127"/>
              </a:rPr>
              <a:t>Y</a:t>
            </a:r>
          </a:p>
        </p:txBody>
      </p:sp>
      <p:grpSp>
        <p:nvGrpSpPr>
          <p:cNvPr id="34840" name="Group 140">
            <a:extLst>
              <a:ext uri="{FF2B5EF4-FFF2-40B4-BE49-F238E27FC236}">
                <a16:creationId xmlns:a16="http://schemas.microsoft.com/office/drawing/2014/main" id="{34601F4E-4301-D329-8539-BF9EFE88C985}"/>
              </a:ext>
            </a:extLst>
          </p:cNvPr>
          <p:cNvGrpSpPr>
            <a:grpSpLocks/>
          </p:cNvGrpSpPr>
          <p:nvPr/>
        </p:nvGrpSpPr>
        <p:grpSpPr bwMode="auto">
          <a:xfrm>
            <a:off x="736600" y="6472238"/>
            <a:ext cx="3268663" cy="2728912"/>
            <a:chOff x="1071" y="4077"/>
            <a:chExt cx="2059" cy="1719"/>
          </a:xfrm>
        </p:grpSpPr>
        <p:sp>
          <p:nvSpPr>
            <p:cNvPr id="34845" name="Line 110">
              <a:extLst>
                <a:ext uri="{FF2B5EF4-FFF2-40B4-BE49-F238E27FC236}">
                  <a16:creationId xmlns:a16="http://schemas.microsoft.com/office/drawing/2014/main" id="{47C91675-91D7-4305-E5FC-34CC7979F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66" y="5522"/>
              <a:ext cx="10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4846" name="Line 111">
              <a:extLst>
                <a:ext uri="{FF2B5EF4-FFF2-40B4-BE49-F238E27FC236}">
                  <a16:creationId xmlns:a16="http://schemas.microsoft.com/office/drawing/2014/main" id="{DE195E6D-A7B4-7BCB-3E77-54E28332C0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2" y="5522"/>
              <a:ext cx="624" cy="2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4847" name="Line 112">
              <a:extLst>
                <a:ext uri="{FF2B5EF4-FFF2-40B4-BE49-F238E27FC236}">
                  <a16:creationId xmlns:a16="http://schemas.microsoft.com/office/drawing/2014/main" id="{8790A6B7-491C-EF32-C07F-D8E2EFA8BB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6" y="4128"/>
              <a:ext cx="0" cy="13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4848" name="Line 116">
              <a:extLst>
                <a:ext uri="{FF2B5EF4-FFF2-40B4-BE49-F238E27FC236}">
                  <a16:creationId xmlns:a16="http://schemas.microsoft.com/office/drawing/2014/main" id="{E072A447-58D3-787A-B751-C99A1513C9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6" y="4704"/>
              <a:ext cx="534" cy="81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graphicFrame>
          <p:nvGraphicFramePr>
            <p:cNvPr id="34826" name="Object 117">
              <a:extLst>
                <a:ext uri="{FF2B5EF4-FFF2-40B4-BE49-F238E27FC236}">
                  <a16:creationId xmlns:a16="http://schemas.microsoft.com/office/drawing/2014/main" id="{537C7264-1264-2709-14F6-2A0069FC7E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1" y="4560"/>
            <a:ext cx="552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83920" imgH="241200" progId="Equation.3">
                    <p:embed/>
                  </p:oleObj>
                </mc:Choice>
                <mc:Fallback>
                  <p:oleObj name="Equation" r:id="rId4" imgW="583920" imgH="241200" progId="Equation.3">
                    <p:embed/>
                    <p:pic>
                      <p:nvPicPr>
                        <p:cNvPr id="0" name="Object 1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1" y="4560"/>
                          <a:ext cx="552" cy="23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9" name="AutoShape 118">
              <a:extLst>
                <a:ext uri="{FF2B5EF4-FFF2-40B4-BE49-F238E27FC236}">
                  <a16:creationId xmlns:a16="http://schemas.microsoft.com/office/drawing/2014/main" id="{1CDD44BA-7354-47F2-B650-49F473EDB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2" y="4320"/>
              <a:ext cx="1296" cy="1422"/>
            </a:xfrm>
            <a:prstGeom prst="can">
              <a:avLst>
                <a:gd name="adj" fmla="val 37194"/>
              </a:avLst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4850" name="Line 119">
              <a:extLst>
                <a:ext uri="{FF2B5EF4-FFF2-40B4-BE49-F238E27FC236}">
                  <a16:creationId xmlns:a16="http://schemas.microsoft.com/office/drawing/2014/main" id="{9486F79F-8A98-5C90-FEC3-2A547D07B2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4704"/>
              <a:ext cx="0" cy="914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4851" name="Line 120">
              <a:extLst>
                <a:ext uri="{FF2B5EF4-FFF2-40B4-BE49-F238E27FC236}">
                  <a16:creationId xmlns:a16="http://schemas.microsoft.com/office/drawing/2014/main" id="{F6EBE3EE-F00F-B03C-C1EF-E202C0EFA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5520"/>
              <a:ext cx="528" cy="96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4852" name="Line 121">
              <a:extLst>
                <a:ext uri="{FF2B5EF4-FFF2-40B4-BE49-F238E27FC236}">
                  <a16:creationId xmlns:a16="http://schemas.microsoft.com/office/drawing/2014/main" id="{161B4F72-416A-61F7-D524-45FDB7743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4608"/>
              <a:ext cx="528" cy="96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4853" name="Arc 122">
              <a:extLst>
                <a:ext uri="{FF2B5EF4-FFF2-40B4-BE49-F238E27FC236}">
                  <a16:creationId xmlns:a16="http://schemas.microsoft.com/office/drawing/2014/main" id="{A318FC39-B47C-74E9-C83A-55FCE2BFD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4608"/>
              <a:ext cx="144" cy="912"/>
            </a:xfrm>
            <a:custGeom>
              <a:avLst/>
              <a:gdLst>
                <a:gd name="T0" fmla="*/ 1 w 21867"/>
                <a:gd name="T1" fmla="*/ 19 h 43200"/>
                <a:gd name="T2" fmla="*/ 1 w 21867"/>
                <a:gd name="T3" fmla="*/ 0 h 43200"/>
                <a:gd name="T4" fmla="*/ 1 w 21867"/>
                <a:gd name="T5" fmla="*/ 10 h 43200"/>
                <a:gd name="T6" fmla="*/ 0 60000 65536"/>
                <a:gd name="T7" fmla="*/ 0 60000 65536"/>
                <a:gd name="T8" fmla="*/ 0 60000 65536"/>
                <a:gd name="T9" fmla="*/ 0 w 21867"/>
                <a:gd name="T10" fmla="*/ 0 h 43200"/>
                <a:gd name="T11" fmla="*/ 21867 w 2186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867" h="43200" fill="none" extrusionOk="0">
                  <a:moveTo>
                    <a:pt x="21867" y="43198"/>
                  </a:moveTo>
                  <a:cubicBezTo>
                    <a:pt x="21778" y="43199"/>
                    <a:pt x="216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633" y="-1"/>
                    <a:pt x="21667" y="0"/>
                    <a:pt x="21700" y="0"/>
                  </a:cubicBezTo>
                </a:path>
                <a:path w="21867" h="43200" stroke="0" extrusionOk="0">
                  <a:moveTo>
                    <a:pt x="21867" y="43198"/>
                  </a:moveTo>
                  <a:cubicBezTo>
                    <a:pt x="21778" y="43199"/>
                    <a:pt x="216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633" y="-1"/>
                    <a:pt x="21667" y="0"/>
                    <a:pt x="21700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4854" name="Arc 124">
              <a:extLst>
                <a:ext uri="{FF2B5EF4-FFF2-40B4-BE49-F238E27FC236}">
                  <a16:creationId xmlns:a16="http://schemas.microsoft.com/office/drawing/2014/main" id="{B4FB3347-62B7-A06F-A841-C7767AA2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5425"/>
              <a:ext cx="535" cy="193"/>
            </a:xfrm>
            <a:custGeom>
              <a:avLst/>
              <a:gdLst>
                <a:gd name="T0" fmla="*/ 0 w 39612"/>
                <a:gd name="T1" fmla="*/ 1 h 21723"/>
                <a:gd name="T2" fmla="*/ 7 w 39612"/>
                <a:gd name="T3" fmla="*/ 2 h 21723"/>
                <a:gd name="T4" fmla="*/ 3 w 39612"/>
                <a:gd name="T5" fmla="*/ 2 h 21723"/>
                <a:gd name="T6" fmla="*/ 0 60000 65536"/>
                <a:gd name="T7" fmla="*/ 0 60000 65536"/>
                <a:gd name="T8" fmla="*/ 0 60000 65536"/>
                <a:gd name="T9" fmla="*/ 0 w 39612"/>
                <a:gd name="T10" fmla="*/ 0 h 21723"/>
                <a:gd name="T11" fmla="*/ 39612 w 39612"/>
                <a:gd name="T12" fmla="*/ 21723 h 217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612" h="21723" fill="none" extrusionOk="0">
                  <a:moveTo>
                    <a:pt x="0" y="9678"/>
                  </a:moveTo>
                  <a:cubicBezTo>
                    <a:pt x="4000" y="3634"/>
                    <a:pt x="10764" y="-1"/>
                    <a:pt x="18012" y="0"/>
                  </a:cubicBezTo>
                  <a:cubicBezTo>
                    <a:pt x="29941" y="0"/>
                    <a:pt x="39612" y="9670"/>
                    <a:pt x="39612" y="21600"/>
                  </a:cubicBezTo>
                  <a:cubicBezTo>
                    <a:pt x="39612" y="21640"/>
                    <a:pt x="39611" y="21681"/>
                    <a:pt x="39611" y="21722"/>
                  </a:cubicBezTo>
                </a:path>
                <a:path w="39612" h="21723" stroke="0" extrusionOk="0">
                  <a:moveTo>
                    <a:pt x="0" y="9678"/>
                  </a:moveTo>
                  <a:cubicBezTo>
                    <a:pt x="4000" y="3634"/>
                    <a:pt x="10764" y="-1"/>
                    <a:pt x="18012" y="0"/>
                  </a:cubicBezTo>
                  <a:cubicBezTo>
                    <a:pt x="29941" y="0"/>
                    <a:pt x="39612" y="9670"/>
                    <a:pt x="39612" y="21600"/>
                  </a:cubicBezTo>
                  <a:cubicBezTo>
                    <a:pt x="39612" y="21640"/>
                    <a:pt x="39611" y="21681"/>
                    <a:pt x="39611" y="21722"/>
                  </a:cubicBezTo>
                  <a:lnTo>
                    <a:pt x="18012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4855" name="Arc 126">
              <a:extLst>
                <a:ext uri="{FF2B5EF4-FFF2-40B4-BE49-F238E27FC236}">
                  <a16:creationId xmlns:a16="http://schemas.microsoft.com/office/drawing/2014/main" id="{0D92CA9D-8A14-979D-1D6A-28367492CCC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727" y="5472"/>
              <a:ext cx="353" cy="192"/>
            </a:xfrm>
            <a:custGeom>
              <a:avLst/>
              <a:gdLst>
                <a:gd name="T0" fmla="*/ 0 w 37007"/>
                <a:gd name="T1" fmla="*/ 1 h 21600"/>
                <a:gd name="T2" fmla="*/ 3 w 37007"/>
                <a:gd name="T3" fmla="*/ 1 h 21600"/>
                <a:gd name="T4" fmla="*/ 2 w 37007"/>
                <a:gd name="T5" fmla="*/ 2 h 21600"/>
                <a:gd name="T6" fmla="*/ 0 60000 65536"/>
                <a:gd name="T7" fmla="*/ 0 60000 65536"/>
                <a:gd name="T8" fmla="*/ 0 60000 65536"/>
                <a:gd name="T9" fmla="*/ 0 w 37007"/>
                <a:gd name="T10" fmla="*/ 0 h 21600"/>
                <a:gd name="T11" fmla="*/ 37007 w 370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007" h="21600" fill="none" extrusionOk="0">
                  <a:moveTo>
                    <a:pt x="-1" y="10696"/>
                  </a:moveTo>
                  <a:cubicBezTo>
                    <a:pt x="3873" y="4071"/>
                    <a:pt x="10971" y="-1"/>
                    <a:pt x="18646" y="0"/>
                  </a:cubicBezTo>
                  <a:cubicBezTo>
                    <a:pt x="26123" y="0"/>
                    <a:pt x="33068" y="3867"/>
                    <a:pt x="37006" y="10223"/>
                  </a:cubicBezTo>
                </a:path>
                <a:path w="37007" h="21600" stroke="0" extrusionOk="0">
                  <a:moveTo>
                    <a:pt x="-1" y="10696"/>
                  </a:moveTo>
                  <a:cubicBezTo>
                    <a:pt x="3873" y="4071"/>
                    <a:pt x="10971" y="-1"/>
                    <a:pt x="18646" y="0"/>
                  </a:cubicBezTo>
                  <a:cubicBezTo>
                    <a:pt x="26123" y="0"/>
                    <a:pt x="33068" y="3867"/>
                    <a:pt x="37006" y="10223"/>
                  </a:cubicBezTo>
                  <a:lnTo>
                    <a:pt x="18646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ko-KR"/>
            </a:p>
          </p:txBody>
        </p:sp>
        <p:graphicFrame>
          <p:nvGraphicFramePr>
            <p:cNvPr id="34827" name="Object 127">
              <a:extLst>
                <a:ext uri="{FF2B5EF4-FFF2-40B4-BE49-F238E27FC236}">
                  <a16:creationId xmlns:a16="http://schemas.microsoft.com/office/drawing/2014/main" id="{CCF159AF-2830-5970-F0E4-A3C142B9FE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5568"/>
            <a:ext cx="120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77480" progId="Equation.3">
                    <p:embed/>
                  </p:oleObj>
                </mc:Choice>
                <mc:Fallback>
                  <p:oleObj name="Equation" r:id="rId6" imgW="126720" imgH="177480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5568"/>
                          <a:ext cx="120" cy="17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6" name="Text Box 130">
              <a:extLst>
                <a:ext uri="{FF2B5EF4-FFF2-40B4-BE49-F238E27FC236}">
                  <a16:creationId xmlns:a16="http://schemas.microsoft.com/office/drawing/2014/main" id="{12348A6F-A525-D975-3381-EF643CB9D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" y="5393"/>
              <a:ext cx="2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바탕" panose="02030600000101010101" pitchFamily="18" charset="-127"/>
                  <a:ea typeface="바탕" panose="02030600000101010101" pitchFamily="18" charset="-127"/>
                </a:rPr>
                <a:t>Y</a:t>
              </a:r>
            </a:p>
          </p:txBody>
        </p:sp>
        <p:sp>
          <p:nvSpPr>
            <p:cNvPr id="34857" name="Text Box 131">
              <a:extLst>
                <a:ext uri="{FF2B5EF4-FFF2-40B4-BE49-F238E27FC236}">
                  <a16:creationId xmlns:a16="http://schemas.microsoft.com/office/drawing/2014/main" id="{44A4E64C-D29B-E819-CEDD-011D53C7BE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1" y="5584"/>
              <a:ext cx="2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바탕" panose="02030600000101010101" pitchFamily="18" charset="-127"/>
                  <a:ea typeface="바탕" panose="02030600000101010101" pitchFamily="18" charset="-127"/>
                </a:rPr>
                <a:t>X</a:t>
              </a:r>
            </a:p>
          </p:txBody>
        </p:sp>
        <p:sp>
          <p:nvSpPr>
            <p:cNvPr id="34858" name="Text Box 132">
              <a:extLst>
                <a:ext uri="{FF2B5EF4-FFF2-40B4-BE49-F238E27FC236}">
                  <a16:creationId xmlns:a16="http://schemas.microsoft.com/office/drawing/2014/main" id="{A67D829D-5CA2-590C-8B75-C7B9C393F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0" y="4077"/>
              <a:ext cx="1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바탕" panose="02030600000101010101" pitchFamily="18" charset="-127"/>
                  <a:ea typeface="바탕" panose="02030600000101010101" pitchFamily="18" charset="-127"/>
                </a:rPr>
                <a:t>Z</a:t>
              </a:r>
            </a:p>
          </p:txBody>
        </p:sp>
        <p:sp>
          <p:nvSpPr>
            <p:cNvPr id="34859" name="Text Box 138">
              <a:extLst>
                <a:ext uri="{FF2B5EF4-FFF2-40B4-BE49-F238E27FC236}">
                  <a16:creationId xmlns:a16="http://schemas.microsoft.com/office/drawing/2014/main" id="{8060DF00-41BD-9474-1497-F1B349C30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5" y="5325"/>
              <a:ext cx="80" cy="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바탕" panose="02030600000101010101" pitchFamily="18" charset="-127"/>
                  <a:ea typeface="바탕" panose="02030600000101010101" pitchFamily="18" charset="-127"/>
                </a:rPr>
                <a:t>r</a:t>
              </a:r>
            </a:p>
          </p:txBody>
        </p:sp>
        <p:sp>
          <p:nvSpPr>
            <p:cNvPr id="34860" name="Text Box 139">
              <a:extLst>
                <a:ext uri="{FF2B5EF4-FFF2-40B4-BE49-F238E27FC236}">
                  <a16:creationId xmlns:a16="http://schemas.microsoft.com/office/drawing/2014/main" id="{42D8859D-4A2F-4B3F-4B54-660755B702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6" y="4980"/>
              <a:ext cx="56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46800" rIns="0" bIns="4680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바탕" panose="02030600000101010101" pitchFamily="18" charset="-127"/>
                  <a:ea typeface="바탕" panose="02030600000101010101" pitchFamily="18" charset="-127"/>
                </a:rPr>
                <a:t>z</a:t>
              </a:r>
            </a:p>
          </p:txBody>
        </p:sp>
      </p:grpSp>
      <p:graphicFrame>
        <p:nvGraphicFramePr>
          <p:cNvPr id="34819" name="Object 148">
            <a:extLst>
              <a:ext uri="{FF2B5EF4-FFF2-40B4-BE49-F238E27FC236}">
                <a16:creationId xmlns:a16="http://schemas.microsoft.com/office/drawing/2014/main" id="{C45386CB-5937-1354-EDBE-0A86A5432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1150" y="8361363"/>
          <a:ext cx="1238250" cy="148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480" imgH="952200" progId="Equation.3">
                  <p:embed/>
                </p:oleObj>
              </mc:Choice>
              <mc:Fallback>
                <p:oleObj name="Equation" r:id="rId8" imgW="825480" imgH="952200" progId="Equation.3">
                  <p:embed/>
                  <p:pic>
                    <p:nvPicPr>
                      <p:cNvPr id="0" name="Object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0" y="8361363"/>
                        <a:ext cx="1238250" cy="148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153">
            <a:extLst>
              <a:ext uri="{FF2B5EF4-FFF2-40B4-BE49-F238E27FC236}">
                <a16:creationId xmlns:a16="http://schemas.microsoft.com/office/drawing/2014/main" id="{B3921EF0-7877-CF1D-12A6-DB1A6327C1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0675" y="6486525"/>
          <a:ext cx="800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3160" imgH="203040" progId="Equation.3">
                  <p:embed/>
                </p:oleObj>
              </mc:Choice>
              <mc:Fallback>
                <p:oleObj name="Equation" r:id="rId10" imgW="533160" imgH="203040" progId="Equation.3">
                  <p:embed/>
                  <p:pic>
                    <p:nvPicPr>
                      <p:cNvPr id="0" name="Object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75" y="6486525"/>
                        <a:ext cx="800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1" name="Text Box 154">
            <a:extLst>
              <a:ext uri="{FF2B5EF4-FFF2-40B4-BE49-F238E27FC236}">
                <a16:creationId xmlns:a16="http://schemas.microsoft.com/office/drawing/2014/main" id="{A2EA07DB-FAA9-489E-471C-ECDC95F68A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548188" y="6238875"/>
            <a:ext cx="15240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의 범위는 다음과 같다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aphicFrame>
        <p:nvGraphicFramePr>
          <p:cNvPr id="34821" name="Object 155">
            <a:extLst>
              <a:ext uri="{FF2B5EF4-FFF2-40B4-BE49-F238E27FC236}">
                <a16:creationId xmlns:a16="http://schemas.microsoft.com/office/drawing/2014/main" id="{0F7632DE-016E-8995-922F-0CDE26B250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0675" y="6169025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200" imgH="203040" progId="Equation.3">
                  <p:embed/>
                </p:oleObj>
              </mc:Choice>
              <mc:Fallback>
                <p:oleObj name="Equation" r:id="rId12" imgW="241200" imgH="203040" progId="Equation.3">
                  <p:embed/>
                  <p:pic>
                    <p:nvPicPr>
                      <p:cNvPr id="0" name="Object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75" y="6169025"/>
                        <a:ext cx="361950" cy="311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156">
            <a:extLst>
              <a:ext uri="{FF2B5EF4-FFF2-40B4-BE49-F238E27FC236}">
                <a16:creationId xmlns:a16="http://schemas.microsoft.com/office/drawing/2014/main" id="{BB0F5926-6C72-9D4C-FC1F-5E6193333B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9363" y="6486525"/>
          <a:ext cx="8572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1320" imgH="203040" progId="Equation.3">
                  <p:embed/>
                </p:oleObj>
              </mc:Choice>
              <mc:Fallback>
                <p:oleObj name="Equation" r:id="rId14" imgW="571320" imgH="203040" progId="Equation.3">
                  <p:embed/>
                  <p:pic>
                    <p:nvPicPr>
                      <p:cNvPr id="0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363" y="6486525"/>
                        <a:ext cx="8572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158">
            <a:extLst>
              <a:ext uri="{FF2B5EF4-FFF2-40B4-BE49-F238E27FC236}">
                <a16:creationId xmlns:a16="http://schemas.microsoft.com/office/drawing/2014/main" id="{E70DFD29-5873-33AE-70DA-B7AA51BCEC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5438" y="7553325"/>
          <a:ext cx="26479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65080" imgH="203040" progId="Equation.3">
                  <p:embed/>
                </p:oleObj>
              </mc:Choice>
              <mc:Fallback>
                <p:oleObj name="Equation" r:id="rId16" imgW="1765080" imgH="203040" progId="Equation.3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7553325"/>
                        <a:ext cx="26479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42" name="Group 162">
            <a:extLst>
              <a:ext uri="{FF2B5EF4-FFF2-40B4-BE49-F238E27FC236}">
                <a16:creationId xmlns:a16="http://schemas.microsoft.com/office/drawing/2014/main" id="{3F05C581-9C5A-A6D5-779C-27D2D298F69D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7162800"/>
            <a:ext cx="2692400" cy="311150"/>
            <a:chOff x="4320" y="4118"/>
            <a:chExt cx="1696" cy="196"/>
          </a:xfrm>
        </p:grpSpPr>
        <p:sp>
          <p:nvSpPr>
            <p:cNvPr id="34844" name="Text Box 160">
              <a:extLst>
                <a:ext uri="{FF2B5EF4-FFF2-40B4-BE49-F238E27FC236}">
                  <a16:creationId xmlns:a16="http://schemas.microsoft.com/office/drawing/2014/main" id="{4B74CD52-3945-ED1A-D84D-5D4FDBF240B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20" y="4161"/>
              <a:ext cx="169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200" b="1">
                  <a:latin typeface="Times New Roman" panose="02020603050405020304" pitchFamily="18" charset="0"/>
                </a:rPr>
                <a:t>원통 좌표계의                를 </a:t>
              </a:r>
              <a:r>
                <a:rPr lang="en-US" altLang="ko-KR" sz="1200" b="1">
                  <a:latin typeface="Times New Roman" panose="02020603050405020304" pitchFamily="18" charset="0"/>
                </a:rPr>
                <a:t>x, y, z</a:t>
              </a:r>
              <a:r>
                <a:rPr lang="ko-KR" altLang="en-US" sz="1200" b="1">
                  <a:latin typeface="Times New Roman" panose="02020603050405020304" pitchFamily="18" charset="0"/>
                </a:rPr>
                <a:t>로 표현</a:t>
              </a:r>
              <a:endParaRPr lang="ko-KR" altLang="en-US" sz="12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825" name="Object 161">
              <a:extLst>
                <a:ext uri="{FF2B5EF4-FFF2-40B4-BE49-F238E27FC236}">
                  <a16:creationId xmlns:a16="http://schemas.microsoft.com/office/drawing/2014/main" id="{AAD2AFAF-DE2C-8115-07CF-70428FEFB6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54" y="4118"/>
            <a:ext cx="33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55320" imgH="203040" progId="Equation.3">
                    <p:embed/>
                  </p:oleObj>
                </mc:Choice>
                <mc:Fallback>
                  <p:oleObj name="Equation" r:id="rId18" imgW="355320" imgH="203040" progId="Equation.3">
                    <p:embed/>
                    <p:pic>
                      <p:nvPicPr>
                        <p:cNvPr id="0" name="Object 1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4" y="4118"/>
                          <a:ext cx="336" cy="19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3" name="Text Box 164">
            <a:extLst>
              <a:ext uri="{FF2B5EF4-FFF2-40B4-BE49-F238E27FC236}">
                <a16:creationId xmlns:a16="http://schemas.microsoft.com/office/drawing/2014/main" id="{E6161B2D-3BBE-2590-5067-31CB0A00FA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21150" y="8048625"/>
            <a:ext cx="18288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 x, y, z</a:t>
            </a:r>
            <a:r>
              <a:rPr lang="ko-KR" altLang="en-US" sz="1200" b="1">
                <a:latin typeface="Times New Roman" panose="02020603050405020304" pitchFamily="18" charset="0"/>
              </a:rPr>
              <a:t>를                로 전환</a:t>
            </a:r>
            <a:endParaRPr lang="ko-KR" altLang="en-US" sz="1200">
              <a:latin typeface="Times New Roman" panose="02020603050405020304" pitchFamily="18" charset="0"/>
            </a:endParaRPr>
          </a:p>
        </p:txBody>
      </p:sp>
      <p:graphicFrame>
        <p:nvGraphicFramePr>
          <p:cNvPr id="34824" name="Object 165">
            <a:extLst>
              <a:ext uri="{FF2B5EF4-FFF2-40B4-BE49-F238E27FC236}">
                <a16:creationId xmlns:a16="http://schemas.microsoft.com/office/drawing/2014/main" id="{EB0FCB0B-1F60-C910-F68F-DB37AFF20D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2025" y="7985125"/>
          <a:ext cx="5334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55320" imgH="203040" progId="Equation.3">
                  <p:embed/>
                </p:oleObj>
              </mc:Choice>
              <mc:Fallback>
                <p:oleObj name="Equation" r:id="rId20" imgW="355320" imgH="203040" progId="Equation.3">
                  <p:embed/>
                  <p:pic>
                    <p:nvPicPr>
                      <p:cNvPr id="0" name="Object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025" y="7985125"/>
                        <a:ext cx="533400" cy="311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8" name="Text Box 1101">
            <a:extLst>
              <a:ext uri="{FF2B5EF4-FFF2-40B4-BE49-F238E27FC236}">
                <a16:creationId xmlns:a16="http://schemas.microsoft.com/office/drawing/2014/main" id="{99F879E4-39B4-DB78-9C69-FB43FEA0049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762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3. Spherical coordinate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grpSp>
        <p:nvGrpSpPr>
          <p:cNvPr id="35859" name="Group 1134">
            <a:extLst>
              <a:ext uri="{FF2B5EF4-FFF2-40B4-BE49-F238E27FC236}">
                <a16:creationId xmlns:a16="http://schemas.microsoft.com/office/drawing/2014/main" id="{7DB5FDD0-8DF4-E4C5-95D3-F1044117F52A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028700"/>
            <a:ext cx="5486400" cy="433388"/>
            <a:chOff x="432" y="648"/>
            <a:chExt cx="3456" cy="273"/>
          </a:xfrm>
        </p:grpSpPr>
        <p:sp>
          <p:nvSpPr>
            <p:cNvPr id="35881" name="Text Box 1102">
              <a:extLst>
                <a:ext uri="{FF2B5EF4-FFF2-40B4-BE49-F238E27FC236}">
                  <a16:creationId xmlns:a16="http://schemas.microsoft.com/office/drawing/2014/main" id="{B17AF2DC-E5B4-C7EA-F4EB-F15AA733216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2" y="691"/>
              <a:ext cx="34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200" b="1">
                  <a:latin typeface="Times New Roman" panose="02020603050405020304" pitchFamily="18" charset="0"/>
                </a:rPr>
                <a:t>구면 좌표계로 </a:t>
              </a:r>
              <a:r>
                <a:rPr lang="en-US" altLang="ko-KR" sz="1200" b="1">
                  <a:latin typeface="Times New Roman" panose="02020603050405020304" pitchFamily="18" charset="0"/>
                </a:rPr>
                <a:t>Cartesian </a:t>
              </a:r>
              <a:r>
                <a:rPr lang="ko-KR" altLang="en-US" sz="1200" b="1">
                  <a:latin typeface="Times New Roman" panose="02020603050405020304" pitchFamily="18" charset="0"/>
                </a:rPr>
                <a:t>좌표계에서 본다면 </a:t>
              </a:r>
              <a:r>
                <a:rPr lang="en-US" altLang="ko-KR" sz="1200" b="1">
                  <a:latin typeface="Times New Roman" panose="02020603050405020304" pitchFamily="18" charset="0"/>
                </a:rPr>
                <a:t>x,y,z</a:t>
              </a:r>
              <a:r>
                <a:rPr lang="ko-KR" altLang="en-US" sz="1200" b="1">
                  <a:latin typeface="Times New Roman" panose="02020603050405020304" pitchFamily="18" charset="0"/>
                </a:rPr>
                <a:t>를                    표현하는 좌표계다</a:t>
              </a:r>
              <a:r>
                <a:rPr lang="en-US" altLang="ko-KR" sz="1200" b="1">
                  <a:latin typeface="Times New Roman" panose="02020603050405020304" pitchFamily="18" charset="0"/>
                </a:rPr>
                <a:t>.</a:t>
              </a:r>
            </a:p>
            <a:p>
              <a:pPr eaLnBrk="1" hangingPunct="1"/>
              <a:r>
                <a:rPr lang="ko-KR" altLang="en-US" sz="1200" b="1">
                  <a:latin typeface="Times New Roman" panose="02020603050405020304" pitchFamily="18" charset="0"/>
                </a:rPr>
                <a:t>점에 대한 대칭이 있을 때와 회전의 경우에 사용한다</a:t>
              </a:r>
              <a:r>
                <a:rPr lang="en-US" altLang="ko-KR" sz="1200" b="1">
                  <a:latin typeface="Times New Roman" panose="02020603050405020304" pitchFamily="18" charset="0"/>
                </a:rPr>
                <a:t>.</a:t>
              </a:r>
              <a:endParaRPr lang="en-US" altLang="ko-KR" sz="12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5857" name="Object 1130">
              <a:extLst>
                <a:ext uri="{FF2B5EF4-FFF2-40B4-BE49-F238E27FC236}">
                  <a16:creationId xmlns:a16="http://schemas.microsoft.com/office/drawing/2014/main" id="{1885F9C2-DCEB-9E07-3B9E-A1B7CCEB1F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6" y="648"/>
            <a:ext cx="36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80880" imgH="203040" progId="Equation.3">
                    <p:embed/>
                  </p:oleObj>
                </mc:Choice>
                <mc:Fallback>
                  <p:oleObj name="Equation" r:id="rId2" imgW="380880" imgH="203040" progId="Equation.3">
                    <p:embed/>
                    <p:pic>
                      <p:nvPicPr>
                        <p:cNvPr id="0" name="Object 1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6" y="648"/>
                          <a:ext cx="360" cy="19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42" name="Object 1133">
            <a:extLst>
              <a:ext uri="{FF2B5EF4-FFF2-40B4-BE49-F238E27FC236}">
                <a16:creationId xmlns:a16="http://schemas.microsoft.com/office/drawing/2014/main" id="{1327F2A6-769D-6996-C8D4-6C276C7D81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7225" y="6477000"/>
          <a:ext cx="14287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200" imgH="203040" progId="Equation.3">
                  <p:embed/>
                </p:oleObj>
              </mc:Choice>
              <mc:Fallback>
                <p:oleObj name="Equation" r:id="rId4" imgW="952200" imgH="203040" progId="Equation.3">
                  <p:embed/>
                  <p:pic>
                    <p:nvPicPr>
                      <p:cNvPr id="0" name="Object 1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6477000"/>
                        <a:ext cx="14287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60" name="Group 1143">
            <a:extLst>
              <a:ext uri="{FF2B5EF4-FFF2-40B4-BE49-F238E27FC236}">
                <a16:creationId xmlns:a16="http://schemas.microsoft.com/office/drawing/2014/main" id="{3E0B01F5-6F5C-AB77-FFE3-31B39147D51F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6172200"/>
            <a:ext cx="5486400" cy="311150"/>
            <a:chOff x="432" y="3356"/>
            <a:chExt cx="3456" cy="196"/>
          </a:xfrm>
        </p:grpSpPr>
        <p:sp>
          <p:nvSpPr>
            <p:cNvPr id="35880" name="Text Box 1141">
              <a:extLst>
                <a:ext uri="{FF2B5EF4-FFF2-40B4-BE49-F238E27FC236}">
                  <a16:creationId xmlns:a16="http://schemas.microsoft.com/office/drawing/2014/main" id="{A98909AA-91EF-53BC-83AB-3DD6726E1FD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2" y="3399"/>
              <a:ext cx="345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6858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200" b="1">
                  <a:latin typeface="Times New Roman" panose="02020603050405020304" pitchFamily="18" charset="0"/>
                </a:rPr>
                <a:t>구면 좌표계의                   는 </a:t>
              </a:r>
              <a:r>
                <a:rPr lang="en-US" altLang="ko-KR" sz="1200" b="1">
                  <a:latin typeface="Times New Roman" panose="02020603050405020304" pitchFamily="18" charset="0"/>
                </a:rPr>
                <a:t>x, y, z</a:t>
              </a:r>
              <a:r>
                <a:rPr lang="ko-KR" altLang="en-US" sz="1200" b="1">
                  <a:latin typeface="Times New Roman" panose="02020603050405020304" pitchFamily="18" charset="0"/>
                </a:rPr>
                <a:t>로 표현하면 다음과 같다</a:t>
              </a:r>
              <a:r>
                <a:rPr lang="en-US" altLang="ko-KR" sz="1200" b="1">
                  <a:latin typeface="Times New Roman" panose="02020603050405020304" pitchFamily="18" charset="0"/>
                </a:rPr>
                <a:t>.</a:t>
              </a:r>
              <a:endParaRPr lang="en-US" altLang="ko-KR" sz="12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5856" name="Object 1142">
              <a:extLst>
                <a:ext uri="{FF2B5EF4-FFF2-40B4-BE49-F238E27FC236}">
                  <a16:creationId xmlns:a16="http://schemas.microsoft.com/office/drawing/2014/main" id="{5F402891-9A4B-DFB1-C1D4-EA39BA4AC2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3356"/>
            <a:ext cx="36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0880" imgH="203040" progId="Equation.3">
                    <p:embed/>
                  </p:oleObj>
                </mc:Choice>
                <mc:Fallback>
                  <p:oleObj name="Equation" r:id="rId6" imgW="380880" imgH="203040" progId="Equation.3">
                    <p:embed/>
                    <p:pic>
                      <p:nvPicPr>
                        <p:cNvPr id="0" name="Object 1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356"/>
                          <a:ext cx="360" cy="19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43" name="Object 1144">
            <a:extLst>
              <a:ext uri="{FF2B5EF4-FFF2-40B4-BE49-F238E27FC236}">
                <a16:creationId xmlns:a16="http://schemas.microsoft.com/office/drawing/2014/main" id="{10E84FAA-60AA-E85C-62BA-256601D5CA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2675" y="6477000"/>
          <a:ext cx="1409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9600" imgH="203040" progId="Equation.3">
                  <p:embed/>
                </p:oleObj>
              </mc:Choice>
              <mc:Fallback>
                <p:oleObj name="Equation" r:id="rId7" imgW="939600" imgH="203040" progId="Equation.3">
                  <p:embed/>
                  <p:pic>
                    <p:nvPicPr>
                      <p:cNvPr id="0" name="Object 1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6477000"/>
                        <a:ext cx="1409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1145">
            <a:extLst>
              <a:ext uri="{FF2B5EF4-FFF2-40B4-BE49-F238E27FC236}">
                <a16:creationId xmlns:a16="http://schemas.microsoft.com/office/drawing/2014/main" id="{90670ED9-BDF1-880B-9544-59A618DC0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3825" y="6477000"/>
          <a:ext cx="990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60240" imgH="203040" progId="Equation.3">
                  <p:embed/>
                </p:oleObj>
              </mc:Choice>
              <mc:Fallback>
                <p:oleObj name="Equation" r:id="rId9" imgW="660240" imgH="203040" progId="Equation.3">
                  <p:embed/>
                  <p:pic>
                    <p:nvPicPr>
                      <p:cNvPr id="0" name="Object 1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825" y="6477000"/>
                        <a:ext cx="990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1147">
            <a:extLst>
              <a:ext uri="{FF2B5EF4-FFF2-40B4-BE49-F238E27FC236}">
                <a16:creationId xmlns:a16="http://schemas.microsoft.com/office/drawing/2014/main" id="{79D38675-35F6-D25D-5519-AB4B0FE396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850" y="7629525"/>
          <a:ext cx="16573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04840" imgH="279360" progId="Equation.3">
                  <p:embed/>
                </p:oleObj>
              </mc:Choice>
              <mc:Fallback>
                <p:oleObj name="Equation" r:id="rId11" imgW="1104840" imgH="279360" progId="Equation.3">
                  <p:embed/>
                  <p:pic>
                    <p:nvPicPr>
                      <p:cNvPr id="0" name="Object 1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7629525"/>
                        <a:ext cx="165735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1" name="Text Box 1149">
            <a:extLst>
              <a:ext uri="{FF2B5EF4-FFF2-40B4-BE49-F238E27FC236}">
                <a16:creationId xmlns:a16="http://schemas.microsoft.com/office/drawing/2014/main" id="{8DA34D29-43D9-1B6D-97B3-F2E8D13D752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7142163"/>
            <a:ext cx="54864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x, y, z</a:t>
            </a:r>
            <a:r>
              <a:rPr lang="ko-KR" altLang="en-US" sz="1200" b="1">
                <a:latin typeface="Times New Roman" panose="02020603050405020304" pitchFamily="18" charset="0"/>
              </a:rPr>
              <a:t>를                로 표현하면 다음과 같다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aphicFrame>
        <p:nvGraphicFramePr>
          <p:cNvPr id="35846" name="Object 1150">
            <a:extLst>
              <a:ext uri="{FF2B5EF4-FFF2-40B4-BE49-F238E27FC236}">
                <a16:creationId xmlns:a16="http://schemas.microsoft.com/office/drawing/2014/main" id="{00AFAF55-030B-0F9C-511C-D6BFB9EF85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7086600"/>
          <a:ext cx="5715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80" imgH="203040" progId="Equation.3">
                  <p:embed/>
                </p:oleObj>
              </mc:Choice>
              <mc:Fallback>
                <p:oleObj name="Equation" r:id="rId6" imgW="380880" imgH="203040" progId="Equation.3">
                  <p:embed/>
                  <p:pic>
                    <p:nvPicPr>
                      <p:cNvPr id="0" name="Object 1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7086600"/>
                        <a:ext cx="571500" cy="311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1151">
            <a:extLst>
              <a:ext uri="{FF2B5EF4-FFF2-40B4-BE49-F238E27FC236}">
                <a16:creationId xmlns:a16="http://schemas.microsoft.com/office/drawing/2014/main" id="{58B8BAEB-0264-F010-7658-8189D4BEA8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4900" y="7562850"/>
          <a:ext cx="11049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36560" imgH="393480" progId="Equation.3">
                  <p:embed/>
                </p:oleObj>
              </mc:Choice>
              <mc:Fallback>
                <p:oleObj name="Equation" r:id="rId13" imgW="736560" imgH="393480" progId="Equation.3">
                  <p:embed/>
                  <p:pic>
                    <p:nvPicPr>
                      <p:cNvPr id="0" name="Object 1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7562850"/>
                        <a:ext cx="11049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1152">
            <a:extLst>
              <a:ext uri="{FF2B5EF4-FFF2-40B4-BE49-F238E27FC236}">
                <a16:creationId xmlns:a16="http://schemas.microsoft.com/office/drawing/2014/main" id="{C4C75C71-6F78-8B7B-DC35-8904EFE2DC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7467600"/>
          <a:ext cx="196215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07880" imgH="533160" progId="Equation.3">
                  <p:embed/>
                </p:oleObj>
              </mc:Choice>
              <mc:Fallback>
                <p:oleObj name="Equation" r:id="rId15" imgW="1307880" imgH="533160" progId="Equation.3">
                  <p:embed/>
                  <p:pic>
                    <p:nvPicPr>
                      <p:cNvPr id="0" name="Object 1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7467600"/>
                        <a:ext cx="196215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1153">
            <a:extLst>
              <a:ext uri="{FF2B5EF4-FFF2-40B4-BE49-F238E27FC236}">
                <a16:creationId xmlns:a16="http://schemas.microsoft.com/office/drawing/2014/main" id="{B543FB6C-0FD6-3E2D-9D03-1F355AD89A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525" y="5562600"/>
          <a:ext cx="800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33160" imgH="203040" progId="Equation.3">
                  <p:embed/>
                </p:oleObj>
              </mc:Choice>
              <mc:Fallback>
                <p:oleObj name="Equation" r:id="rId17" imgW="533160" imgH="203040" progId="Equation.3">
                  <p:embed/>
                  <p:pic>
                    <p:nvPicPr>
                      <p:cNvPr id="0" name="Object 1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5562600"/>
                        <a:ext cx="800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2" name="Text Box 1155">
            <a:extLst>
              <a:ext uri="{FF2B5EF4-FFF2-40B4-BE49-F238E27FC236}">
                <a16:creationId xmlns:a16="http://schemas.microsoft.com/office/drawing/2014/main" id="{BECC20B9-E0AE-05E7-3F77-4D3E6A0772E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04925" y="5314950"/>
            <a:ext cx="15240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의 범위는 다음과 같다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aphicFrame>
        <p:nvGraphicFramePr>
          <p:cNvPr id="35850" name="Object 1156">
            <a:extLst>
              <a:ext uri="{FF2B5EF4-FFF2-40B4-BE49-F238E27FC236}">
                <a16:creationId xmlns:a16="http://schemas.microsoft.com/office/drawing/2014/main" id="{14B219BD-BDD4-A7CF-F769-47D6ED94A4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5245100"/>
          <a:ext cx="5715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80" imgH="203040" progId="Equation.3">
                  <p:embed/>
                </p:oleObj>
              </mc:Choice>
              <mc:Fallback>
                <p:oleObj name="Equation" r:id="rId6" imgW="380880" imgH="203040" progId="Equation.3">
                  <p:embed/>
                  <p:pic>
                    <p:nvPicPr>
                      <p:cNvPr id="0" name="Object 1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245100"/>
                        <a:ext cx="571500" cy="311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1" name="Object 1160">
            <a:extLst>
              <a:ext uri="{FF2B5EF4-FFF2-40B4-BE49-F238E27FC236}">
                <a16:creationId xmlns:a16="http://schemas.microsoft.com/office/drawing/2014/main" id="{55B8FEBE-5328-D3DC-97D8-3453C0136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562600"/>
          <a:ext cx="800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33160" imgH="203040" progId="Equation.3">
                  <p:embed/>
                </p:oleObj>
              </mc:Choice>
              <mc:Fallback>
                <p:oleObj name="Equation" r:id="rId19" imgW="533160" imgH="203040" progId="Equation.3">
                  <p:embed/>
                  <p:pic>
                    <p:nvPicPr>
                      <p:cNvPr id="0" name="Object 1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562600"/>
                        <a:ext cx="800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1161">
            <a:extLst>
              <a:ext uri="{FF2B5EF4-FFF2-40B4-BE49-F238E27FC236}">
                <a16:creationId xmlns:a16="http://schemas.microsoft.com/office/drawing/2014/main" id="{828FE76C-B33E-FCC1-5D29-BD7E8E0AF8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5562600"/>
          <a:ext cx="8953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96880" imgH="203040" progId="Equation.3">
                  <p:embed/>
                </p:oleObj>
              </mc:Choice>
              <mc:Fallback>
                <p:oleObj name="Equation" r:id="rId21" imgW="596880" imgH="203040" progId="Equation.3">
                  <p:embed/>
                  <p:pic>
                    <p:nvPicPr>
                      <p:cNvPr id="0" name="Object 1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5562600"/>
                        <a:ext cx="8953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63" name="Group 1185">
            <a:extLst>
              <a:ext uri="{FF2B5EF4-FFF2-40B4-BE49-F238E27FC236}">
                <a16:creationId xmlns:a16="http://schemas.microsoft.com/office/drawing/2014/main" id="{BB67D2F3-2D30-AFB2-4799-C6CE91607C8F}"/>
              </a:ext>
            </a:extLst>
          </p:cNvPr>
          <p:cNvGrpSpPr>
            <a:grpSpLocks/>
          </p:cNvGrpSpPr>
          <p:nvPr/>
        </p:nvGrpSpPr>
        <p:grpSpPr bwMode="auto">
          <a:xfrm>
            <a:off x="1484313" y="1828800"/>
            <a:ext cx="3852862" cy="3268663"/>
            <a:chOff x="935" y="1152"/>
            <a:chExt cx="2427" cy="2059"/>
          </a:xfrm>
        </p:grpSpPr>
        <p:sp>
          <p:nvSpPr>
            <p:cNvPr id="35864" name="Line 1112">
              <a:extLst>
                <a:ext uri="{FF2B5EF4-FFF2-40B4-BE49-F238E27FC236}">
                  <a16:creationId xmlns:a16="http://schemas.microsoft.com/office/drawing/2014/main" id="{731865C1-3B83-6E05-0C35-DE32228037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46" y="2801"/>
              <a:ext cx="14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5865" name="Line 1113">
              <a:extLst>
                <a:ext uri="{FF2B5EF4-FFF2-40B4-BE49-F238E27FC236}">
                  <a16:creationId xmlns:a16="http://schemas.microsoft.com/office/drawing/2014/main" id="{2B466921-8470-58FE-F225-5D3F0CC098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801"/>
              <a:ext cx="738" cy="2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5866" name="Line 1114">
              <a:extLst>
                <a:ext uri="{FF2B5EF4-FFF2-40B4-BE49-F238E27FC236}">
                  <a16:creationId xmlns:a16="http://schemas.microsoft.com/office/drawing/2014/main" id="{1D7A8F81-88FE-3ABE-F487-A73CDD52A1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6" y="1152"/>
              <a:ext cx="0" cy="16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5867" name="Line 1118">
              <a:extLst>
                <a:ext uri="{FF2B5EF4-FFF2-40B4-BE49-F238E27FC236}">
                  <a16:creationId xmlns:a16="http://schemas.microsoft.com/office/drawing/2014/main" id="{A3F430D6-32FC-D371-84E4-2D3CD386D5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6" y="1805"/>
              <a:ext cx="777" cy="994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graphicFrame>
          <p:nvGraphicFramePr>
            <p:cNvPr id="35853" name="Object 1119">
              <a:extLst>
                <a:ext uri="{FF2B5EF4-FFF2-40B4-BE49-F238E27FC236}">
                  <a16:creationId xmlns:a16="http://schemas.microsoft.com/office/drawing/2014/main" id="{58BFA08E-A1A3-E18F-83B0-960DDD20FE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08" y="1839"/>
            <a:ext cx="54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571320" imgH="241200" progId="Equation.3">
                    <p:embed/>
                  </p:oleObj>
                </mc:Choice>
                <mc:Fallback>
                  <p:oleObj name="Equation" r:id="rId23" imgW="571320" imgH="241200" progId="Equation.3">
                    <p:embed/>
                    <p:pic>
                      <p:nvPicPr>
                        <p:cNvPr id="0" name="Object 11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8" y="1839"/>
                          <a:ext cx="540" cy="23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8" name="Line 1121">
              <a:extLst>
                <a:ext uri="{FF2B5EF4-FFF2-40B4-BE49-F238E27FC236}">
                  <a16:creationId xmlns:a16="http://schemas.microsoft.com/office/drawing/2014/main" id="{9FFD7C45-A115-45C5-211D-8B7858AB8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16" y="1824"/>
              <a:ext cx="0" cy="1115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5869" name="Line 1122">
              <a:extLst>
                <a:ext uri="{FF2B5EF4-FFF2-40B4-BE49-F238E27FC236}">
                  <a16:creationId xmlns:a16="http://schemas.microsoft.com/office/drawing/2014/main" id="{8C32BCDC-1617-6416-5EF5-F183BB11B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" y="2799"/>
              <a:ext cx="1212" cy="22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5870" name="Line 1123">
              <a:extLst>
                <a:ext uri="{FF2B5EF4-FFF2-40B4-BE49-F238E27FC236}">
                  <a16:creationId xmlns:a16="http://schemas.microsoft.com/office/drawing/2014/main" id="{3308A83F-51D3-205D-DAB9-F203D3369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0" y="1665"/>
              <a:ext cx="783" cy="142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5871" name="Arc 1124">
              <a:extLst>
                <a:ext uri="{FF2B5EF4-FFF2-40B4-BE49-F238E27FC236}">
                  <a16:creationId xmlns:a16="http://schemas.microsoft.com/office/drawing/2014/main" id="{42BE3FEE-9984-9A8D-8DE4-DBE46C83B53D}"/>
                </a:ext>
              </a:extLst>
            </p:cNvPr>
            <p:cNvSpPr>
              <a:spLocks/>
            </p:cNvSpPr>
            <p:nvPr/>
          </p:nvSpPr>
          <p:spPr bwMode="auto">
            <a:xfrm rot="2400000">
              <a:off x="1959" y="1722"/>
              <a:ext cx="292" cy="1183"/>
            </a:xfrm>
            <a:custGeom>
              <a:avLst/>
              <a:gdLst>
                <a:gd name="T0" fmla="*/ 2 w 21600"/>
                <a:gd name="T1" fmla="*/ 37 h 37526"/>
                <a:gd name="T2" fmla="*/ 2 w 21600"/>
                <a:gd name="T3" fmla="*/ 0 h 37526"/>
                <a:gd name="T4" fmla="*/ 4 w 21600"/>
                <a:gd name="T5" fmla="*/ 18 h 37526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526"/>
                <a:gd name="T11" fmla="*/ 21600 w 21600"/>
                <a:gd name="T12" fmla="*/ 37526 h 375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526" fill="none" extrusionOk="0">
                  <a:moveTo>
                    <a:pt x="13111" y="37526"/>
                  </a:moveTo>
                  <a:cubicBezTo>
                    <a:pt x="5158" y="34127"/>
                    <a:pt x="0" y="26312"/>
                    <a:pt x="0" y="17664"/>
                  </a:cubicBezTo>
                  <a:cubicBezTo>
                    <a:pt x="-1" y="10634"/>
                    <a:pt x="3420" y="4045"/>
                    <a:pt x="9168" y="-1"/>
                  </a:cubicBezTo>
                </a:path>
                <a:path w="21600" h="37526" stroke="0" extrusionOk="0">
                  <a:moveTo>
                    <a:pt x="13111" y="37526"/>
                  </a:moveTo>
                  <a:cubicBezTo>
                    <a:pt x="5158" y="34127"/>
                    <a:pt x="0" y="26312"/>
                    <a:pt x="0" y="17664"/>
                  </a:cubicBezTo>
                  <a:cubicBezTo>
                    <a:pt x="-1" y="10634"/>
                    <a:pt x="3420" y="4045"/>
                    <a:pt x="9168" y="-1"/>
                  </a:cubicBezTo>
                  <a:lnTo>
                    <a:pt x="21600" y="176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5872" name="Arc 1128">
              <a:extLst>
                <a:ext uri="{FF2B5EF4-FFF2-40B4-BE49-F238E27FC236}">
                  <a16:creationId xmlns:a16="http://schemas.microsoft.com/office/drawing/2014/main" id="{FF915147-1BE1-E873-35AB-57209BCCFE6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607" y="2751"/>
              <a:ext cx="353" cy="192"/>
            </a:xfrm>
            <a:custGeom>
              <a:avLst/>
              <a:gdLst>
                <a:gd name="T0" fmla="*/ 0 w 37007"/>
                <a:gd name="T1" fmla="*/ 1 h 21600"/>
                <a:gd name="T2" fmla="*/ 3 w 37007"/>
                <a:gd name="T3" fmla="*/ 1 h 21600"/>
                <a:gd name="T4" fmla="*/ 2 w 37007"/>
                <a:gd name="T5" fmla="*/ 2 h 21600"/>
                <a:gd name="T6" fmla="*/ 0 60000 65536"/>
                <a:gd name="T7" fmla="*/ 0 60000 65536"/>
                <a:gd name="T8" fmla="*/ 0 60000 65536"/>
                <a:gd name="T9" fmla="*/ 0 w 37007"/>
                <a:gd name="T10" fmla="*/ 0 h 21600"/>
                <a:gd name="T11" fmla="*/ 37007 w 3700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007" h="21600" fill="none" extrusionOk="0">
                  <a:moveTo>
                    <a:pt x="-1" y="10696"/>
                  </a:moveTo>
                  <a:cubicBezTo>
                    <a:pt x="3873" y="4071"/>
                    <a:pt x="10971" y="-1"/>
                    <a:pt x="18646" y="0"/>
                  </a:cubicBezTo>
                  <a:cubicBezTo>
                    <a:pt x="26123" y="0"/>
                    <a:pt x="33068" y="3867"/>
                    <a:pt x="37006" y="10223"/>
                  </a:cubicBezTo>
                </a:path>
                <a:path w="37007" h="21600" stroke="0" extrusionOk="0">
                  <a:moveTo>
                    <a:pt x="-1" y="10696"/>
                  </a:moveTo>
                  <a:cubicBezTo>
                    <a:pt x="3873" y="4071"/>
                    <a:pt x="10971" y="-1"/>
                    <a:pt x="18646" y="0"/>
                  </a:cubicBezTo>
                  <a:cubicBezTo>
                    <a:pt x="26123" y="0"/>
                    <a:pt x="33068" y="3867"/>
                    <a:pt x="37006" y="10223"/>
                  </a:cubicBezTo>
                  <a:lnTo>
                    <a:pt x="18646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ko-KR"/>
            </a:p>
          </p:txBody>
        </p:sp>
        <p:sp>
          <p:nvSpPr>
            <p:cNvPr id="35873" name="Arc 1131">
              <a:extLst>
                <a:ext uri="{FF2B5EF4-FFF2-40B4-BE49-F238E27FC236}">
                  <a16:creationId xmlns:a16="http://schemas.microsoft.com/office/drawing/2014/main" id="{7D64297D-C7F1-052D-8342-0788CDAA412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742" y="2544"/>
              <a:ext cx="152" cy="144"/>
            </a:xfrm>
            <a:custGeom>
              <a:avLst/>
              <a:gdLst>
                <a:gd name="T0" fmla="*/ 0 w 31766"/>
                <a:gd name="T1" fmla="*/ 0 h 21600"/>
                <a:gd name="T2" fmla="*/ 1 w 31766"/>
                <a:gd name="T3" fmla="*/ 0 h 21600"/>
                <a:gd name="T4" fmla="*/ 0 w 31766"/>
                <a:gd name="T5" fmla="*/ 1 h 21600"/>
                <a:gd name="T6" fmla="*/ 0 60000 65536"/>
                <a:gd name="T7" fmla="*/ 0 60000 65536"/>
                <a:gd name="T8" fmla="*/ 0 60000 65536"/>
                <a:gd name="T9" fmla="*/ 0 w 31766"/>
                <a:gd name="T10" fmla="*/ 0 h 21600"/>
                <a:gd name="T11" fmla="*/ 31766 w 3176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66" h="21600" fill="none" extrusionOk="0">
                  <a:moveTo>
                    <a:pt x="0" y="9254"/>
                  </a:moveTo>
                  <a:cubicBezTo>
                    <a:pt x="4038" y="3456"/>
                    <a:pt x="10658" y="-1"/>
                    <a:pt x="17724" y="0"/>
                  </a:cubicBezTo>
                  <a:cubicBezTo>
                    <a:pt x="22873" y="0"/>
                    <a:pt x="27853" y="1839"/>
                    <a:pt x="31765" y="5187"/>
                  </a:cubicBezTo>
                </a:path>
                <a:path w="31766" h="21600" stroke="0" extrusionOk="0">
                  <a:moveTo>
                    <a:pt x="0" y="9254"/>
                  </a:moveTo>
                  <a:cubicBezTo>
                    <a:pt x="4038" y="3456"/>
                    <a:pt x="10658" y="-1"/>
                    <a:pt x="17724" y="0"/>
                  </a:cubicBezTo>
                  <a:cubicBezTo>
                    <a:pt x="22873" y="0"/>
                    <a:pt x="27853" y="1839"/>
                    <a:pt x="31765" y="5187"/>
                  </a:cubicBezTo>
                  <a:lnTo>
                    <a:pt x="17724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ko-KR"/>
            </a:p>
          </p:txBody>
        </p:sp>
        <p:graphicFrame>
          <p:nvGraphicFramePr>
            <p:cNvPr id="35854" name="Object 1132">
              <a:extLst>
                <a:ext uri="{FF2B5EF4-FFF2-40B4-BE49-F238E27FC236}">
                  <a16:creationId xmlns:a16="http://schemas.microsoft.com/office/drawing/2014/main" id="{887E8FCE-2404-A2D8-E2CC-77B29084B9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82" y="2346"/>
            <a:ext cx="120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26720" imgH="177480" progId="Equation.3">
                    <p:embed/>
                  </p:oleObj>
                </mc:Choice>
                <mc:Fallback>
                  <p:oleObj name="Equation" r:id="rId25" imgW="126720" imgH="177480" progId="Equation.3">
                    <p:embed/>
                    <p:pic>
                      <p:nvPicPr>
                        <p:cNvPr id="0" name="Object 1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2" y="2346"/>
                          <a:ext cx="120" cy="17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4" name="Arc 1137">
              <a:extLst>
                <a:ext uri="{FF2B5EF4-FFF2-40B4-BE49-F238E27FC236}">
                  <a16:creationId xmlns:a16="http://schemas.microsoft.com/office/drawing/2014/main" id="{4440D069-F794-BDCB-649E-A312CEAAB8C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38" y="1374"/>
              <a:ext cx="1344" cy="1837"/>
            </a:xfrm>
            <a:custGeom>
              <a:avLst/>
              <a:gdLst>
                <a:gd name="T0" fmla="*/ 0 w 21486"/>
                <a:gd name="T1" fmla="*/ 141 h 21538"/>
                <a:gd name="T2" fmla="*/ 78 w 21486"/>
                <a:gd name="T3" fmla="*/ 0 h 21538"/>
                <a:gd name="T4" fmla="*/ 84 w 21486"/>
                <a:gd name="T5" fmla="*/ 157 h 21538"/>
                <a:gd name="T6" fmla="*/ 0 60000 65536"/>
                <a:gd name="T7" fmla="*/ 0 60000 65536"/>
                <a:gd name="T8" fmla="*/ 0 60000 65536"/>
                <a:gd name="T9" fmla="*/ 0 w 21486"/>
                <a:gd name="T10" fmla="*/ 0 h 21538"/>
                <a:gd name="T11" fmla="*/ 21486 w 21486"/>
                <a:gd name="T12" fmla="*/ 21538 h 215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86" h="21538" fill="none" extrusionOk="0">
                  <a:moveTo>
                    <a:pt x="-1" y="19321"/>
                  </a:moveTo>
                  <a:cubicBezTo>
                    <a:pt x="1072" y="8926"/>
                    <a:pt x="9432" y="789"/>
                    <a:pt x="19852" y="-1"/>
                  </a:cubicBezTo>
                </a:path>
                <a:path w="21486" h="21538" stroke="0" extrusionOk="0">
                  <a:moveTo>
                    <a:pt x="-1" y="19321"/>
                  </a:moveTo>
                  <a:cubicBezTo>
                    <a:pt x="1072" y="8926"/>
                    <a:pt x="9432" y="789"/>
                    <a:pt x="19852" y="-1"/>
                  </a:cubicBezTo>
                  <a:lnTo>
                    <a:pt x="21486" y="215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ko-KR"/>
            </a:p>
          </p:txBody>
        </p:sp>
        <p:sp>
          <p:nvSpPr>
            <p:cNvPr id="35875" name="Line 1139">
              <a:extLst>
                <a:ext uri="{FF2B5EF4-FFF2-40B4-BE49-F238E27FC236}">
                  <a16:creationId xmlns:a16="http://schemas.microsoft.com/office/drawing/2014/main" id="{02B75179-45D1-DDB3-36E4-AF130EE22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8" y="2928"/>
              <a:ext cx="1044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graphicFrame>
          <p:nvGraphicFramePr>
            <p:cNvPr id="35855" name="Object 1129">
              <a:extLst>
                <a:ext uri="{FF2B5EF4-FFF2-40B4-BE49-F238E27FC236}">
                  <a16:creationId xmlns:a16="http://schemas.microsoft.com/office/drawing/2014/main" id="{125FEB49-1589-DFE6-488A-13D56BB2DF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0" y="2869"/>
            <a:ext cx="132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39680" imgH="164880" progId="Equation.3">
                    <p:embed/>
                  </p:oleObj>
                </mc:Choice>
                <mc:Fallback>
                  <p:oleObj name="Equation" r:id="rId27" imgW="139680" imgH="164880" progId="Equation.3">
                    <p:embed/>
                    <p:pic>
                      <p:nvPicPr>
                        <p:cNvPr id="0" name="Object 11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0" y="2869"/>
                          <a:ext cx="132" cy="16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6" name="Text Box 1181">
              <a:extLst>
                <a:ext uri="{FF2B5EF4-FFF2-40B4-BE49-F238E27FC236}">
                  <a16:creationId xmlns:a16="http://schemas.microsoft.com/office/drawing/2014/main" id="{F2014293-0401-4CE0-FB49-49D290053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681"/>
              <a:ext cx="2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바탕" panose="02030600000101010101" pitchFamily="18" charset="-127"/>
                  <a:ea typeface="바탕" panose="02030600000101010101" pitchFamily="18" charset="-127"/>
                </a:rPr>
                <a:t>X</a:t>
              </a:r>
            </a:p>
          </p:txBody>
        </p:sp>
        <p:sp>
          <p:nvSpPr>
            <p:cNvPr id="35877" name="Text Box 1182">
              <a:extLst>
                <a:ext uri="{FF2B5EF4-FFF2-40B4-BE49-F238E27FC236}">
                  <a16:creationId xmlns:a16="http://schemas.microsoft.com/office/drawing/2014/main" id="{A1797260-CCBD-F022-FDD7-664677638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" y="2817"/>
              <a:ext cx="1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바탕" panose="02030600000101010101" pitchFamily="18" charset="-127"/>
                  <a:ea typeface="바탕" panose="02030600000101010101" pitchFamily="18" charset="-127"/>
                </a:rPr>
                <a:t>Z</a:t>
              </a:r>
            </a:p>
          </p:txBody>
        </p:sp>
        <p:sp>
          <p:nvSpPr>
            <p:cNvPr id="35878" name="Text Box 1183">
              <a:extLst>
                <a:ext uri="{FF2B5EF4-FFF2-40B4-BE49-F238E27FC236}">
                  <a16:creationId xmlns:a16="http://schemas.microsoft.com/office/drawing/2014/main" id="{43DE55C5-835E-C0CE-38C7-1D2878234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" y="1184"/>
              <a:ext cx="2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바탕" panose="02030600000101010101" pitchFamily="18" charset="-127"/>
                  <a:ea typeface="바탕" panose="02030600000101010101" pitchFamily="18" charset="-127"/>
                </a:rPr>
                <a:t>Y</a:t>
              </a:r>
            </a:p>
          </p:txBody>
        </p:sp>
        <p:sp>
          <p:nvSpPr>
            <p:cNvPr id="35879" name="Text Box 1184">
              <a:extLst>
                <a:ext uri="{FF2B5EF4-FFF2-40B4-BE49-F238E27FC236}">
                  <a16:creationId xmlns:a16="http://schemas.microsoft.com/office/drawing/2014/main" id="{1FF148A2-9140-81E4-182C-0145B0E553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3" y="1986"/>
              <a:ext cx="172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바탕" panose="02030600000101010101" pitchFamily="18" charset="-127"/>
                  <a:ea typeface="바탕" panose="02030600000101010101" pitchFamily="18" charset="-127"/>
                </a:rPr>
                <a:t>r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5" name="Text Box 2">
            <a:extLst>
              <a:ext uri="{FF2B5EF4-FFF2-40B4-BE49-F238E27FC236}">
                <a16:creationId xmlns:a16="http://schemas.microsoft.com/office/drawing/2014/main" id="{59C56B01-4882-0603-DAD4-C237218630E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762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4. Camera &amp; Spherical coordinate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36876" name="Text Box 4">
            <a:extLst>
              <a:ext uri="{FF2B5EF4-FFF2-40B4-BE49-F238E27FC236}">
                <a16:creationId xmlns:a16="http://schemas.microsoft.com/office/drawing/2014/main" id="{A2C90177-DC59-654B-860B-7D417BC231E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1096963"/>
            <a:ext cx="5486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카메라의 </a:t>
            </a:r>
            <a:r>
              <a:rPr lang="en-US" altLang="ko-KR" sz="1200" b="1">
                <a:latin typeface="Times New Roman" panose="02020603050405020304" pitchFamily="18" charset="0"/>
              </a:rPr>
              <a:t>up</a:t>
            </a:r>
            <a:r>
              <a:rPr lang="ko-KR" altLang="en-US" sz="1200" b="1">
                <a:latin typeface="Times New Roman" panose="02020603050405020304" pitchFamily="18" charset="0"/>
              </a:rPr>
              <a:t>이 </a:t>
            </a:r>
            <a:r>
              <a:rPr lang="en-US" altLang="ko-KR" sz="1200" b="1">
                <a:latin typeface="Times New Roman" panose="02020603050405020304" pitchFamily="18" charset="0"/>
              </a:rPr>
              <a:t>(0,1,0)</a:t>
            </a:r>
            <a:r>
              <a:rPr lang="ko-KR" altLang="en-US" sz="1200" b="1">
                <a:latin typeface="Times New Roman" panose="02020603050405020304" pitchFamily="18" charset="0"/>
              </a:rPr>
              <a:t>으로 되어 있는 경우에 구면 좌표 계를 사용하면 </a:t>
            </a:r>
            <a:r>
              <a:rPr lang="en-US" altLang="ko-KR" sz="1200" b="1">
                <a:latin typeface="Times New Roman" panose="02020603050405020304" pitchFamily="18" charset="0"/>
              </a:rPr>
              <a:t>yaw, pitch, roll</a:t>
            </a:r>
            <a:r>
              <a:rPr lang="ko-KR" altLang="en-US" sz="1200" b="1">
                <a:latin typeface="Times New Roman" panose="02020603050405020304" pitchFamily="18" charset="0"/>
              </a:rPr>
              <a:t>을 행렬을 통한 계산식을 피하면서 좀더 직관적으로 편리하게 구현할 수 있다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36877" name="Line 8">
            <a:extLst>
              <a:ext uri="{FF2B5EF4-FFF2-40B4-BE49-F238E27FC236}">
                <a16:creationId xmlns:a16="http://schemas.microsoft.com/office/drawing/2014/main" id="{168BB08B-E573-C7E2-35C6-3F9969A892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33525" y="4446588"/>
            <a:ext cx="13811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6878" name="Line 9">
            <a:extLst>
              <a:ext uri="{FF2B5EF4-FFF2-40B4-BE49-F238E27FC236}">
                <a16:creationId xmlns:a16="http://schemas.microsoft.com/office/drawing/2014/main" id="{B69768C2-38AE-01A5-B1E4-CD3CA7490F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1050" y="4446588"/>
            <a:ext cx="752475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6879" name="Line 10">
            <a:extLst>
              <a:ext uri="{FF2B5EF4-FFF2-40B4-BE49-F238E27FC236}">
                <a16:creationId xmlns:a16="http://schemas.microsoft.com/office/drawing/2014/main" id="{E9855935-8092-2612-615B-5241B9044C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33525" y="2438400"/>
            <a:ext cx="0" cy="2008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aphicFrame>
        <p:nvGraphicFramePr>
          <p:cNvPr id="36866" name="Object 11">
            <a:extLst>
              <a:ext uri="{FF2B5EF4-FFF2-40B4-BE49-F238E27FC236}">
                <a16:creationId xmlns:a16="http://schemas.microsoft.com/office/drawing/2014/main" id="{EA89A40B-55D2-EA54-FC07-9752F8092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050" y="4343400"/>
          <a:ext cx="20955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64880" progId="Equation.3">
                  <p:embed/>
                </p:oleObj>
              </mc:Choice>
              <mc:Fallback>
                <p:oleObj name="Equation" r:id="rId2" imgW="13968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4343400"/>
                        <a:ext cx="209550" cy="252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12">
            <a:extLst>
              <a:ext uri="{FF2B5EF4-FFF2-40B4-BE49-F238E27FC236}">
                <a16:creationId xmlns:a16="http://schemas.microsoft.com/office/drawing/2014/main" id="{EDE608D9-66A6-1C13-F2C3-82FB8F6440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4291013"/>
          <a:ext cx="24765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164880" progId="Equation.3">
                  <p:embed/>
                </p:oleObj>
              </mc:Choice>
              <mc:Fallback>
                <p:oleObj name="Equation" r:id="rId4" imgW="164880" imgH="1648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291013"/>
                        <a:ext cx="247650" cy="2524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13">
            <a:extLst>
              <a:ext uri="{FF2B5EF4-FFF2-40B4-BE49-F238E27FC236}">
                <a16:creationId xmlns:a16="http://schemas.microsoft.com/office/drawing/2014/main" id="{F9F70218-4218-90C0-03A4-8B66ED2EFA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9225" y="2109788"/>
          <a:ext cx="24765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64880" progId="Equation.3">
                  <p:embed/>
                </p:oleObj>
              </mc:Choice>
              <mc:Fallback>
                <p:oleObj name="Equation" r:id="rId6" imgW="164880" imgH="1648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2109788"/>
                        <a:ext cx="247650" cy="2524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0" name="Line 14">
            <a:extLst>
              <a:ext uri="{FF2B5EF4-FFF2-40B4-BE49-F238E27FC236}">
                <a16:creationId xmlns:a16="http://schemas.microsoft.com/office/drawing/2014/main" id="{6CAEDACE-5E32-9BC3-694E-A4E6F89D19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33525" y="4019550"/>
            <a:ext cx="676275" cy="423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36869" name="Object 15">
            <a:extLst>
              <a:ext uri="{FF2B5EF4-FFF2-40B4-BE49-F238E27FC236}">
                <a16:creationId xmlns:a16="http://schemas.microsoft.com/office/drawing/2014/main" id="{1E38EBC4-DFAD-B606-F7BB-938322089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2133600"/>
          <a:ext cx="8953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880" imgH="241200" progId="Equation.3">
                  <p:embed/>
                </p:oleObj>
              </mc:Choice>
              <mc:Fallback>
                <p:oleObj name="Equation" r:id="rId8" imgW="596880" imgH="24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133600"/>
                        <a:ext cx="895350" cy="369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1" name="Line 16">
            <a:extLst>
              <a:ext uri="{FF2B5EF4-FFF2-40B4-BE49-F238E27FC236}">
                <a16:creationId xmlns:a16="http://schemas.microsoft.com/office/drawing/2014/main" id="{7F31390E-ED8D-1FA6-3B55-C149791443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4038600"/>
            <a:ext cx="0" cy="53340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6882" name="Line 17">
            <a:extLst>
              <a:ext uri="{FF2B5EF4-FFF2-40B4-BE49-F238E27FC236}">
                <a16:creationId xmlns:a16="http://schemas.microsoft.com/office/drawing/2014/main" id="{3B0612D7-941F-4E01-D994-A050D92BB3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4443413"/>
            <a:ext cx="666750" cy="122237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6883" name="Line 18">
            <a:extLst>
              <a:ext uri="{FF2B5EF4-FFF2-40B4-BE49-F238E27FC236}">
                <a16:creationId xmlns:a16="http://schemas.microsoft.com/office/drawing/2014/main" id="{C6279180-5406-5CCA-87D0-8376989C3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914775"/>
            <a:ext cx="685800" cy="12382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6884" name="Arc 21">
            <a:extLst>
              <a:ext uri="{FF2B5EF4-FFF2-40B4-BE49-F238E27FC236}">
                <a16:creationId xmlns:a16="http://schemas.microsoft.com/office/drawing/2014/main" id="{FE0766B7-8519-13E6-0A82-659B66538DEC}"/>
              </a:ext>
            </a:extLst>
          </p:cNvPr>
          <p:cNvSpPr>
            <a:spLocks/>
          </p:cNvSpPr>
          <p:nvPr/>
        </p:nvSpPr>
        <p:spPr bwMode="auto">
          <a:xfrm flipH="1" flipV="1">
            <a:off x="1312863" y="4367213"/>
            <a:ext cx="560387" cy="304800"/>
          </a:xfrm>
          <a:custGeom>
            <a:avLst/>
            <a:gdLst>
              <a:gd name="T0" fmla="*/ 0 w 37007"/>
              <a:gd name="T1" fmla="*/ 2130030 h 21600"/>
              <a:gd name="T2" fmla="*/ 8485789 w 37007"/>
              <a:gd name="T3" fmla="*/ 2035641 h 21600"/>
              <a:gd name="T4" fmla="*/ 4275565 w 37007"/>
              <a:gd name="T5" fmla="*/ 4301067 h 21600"/>
              <a:gd name="T6" fmla="*/ 0 60000 65536"/>
              <a:gd name="T7" fmla="*/ 0 60000 65536"/>
              <a:gd name="T8" fmla="*/ 0 60000 65536"/>
              <a:gd name="T9" fmla="*/ 0 w 37007"/>
              <a:gd name="T10" fmla="*/ 0 h 21600"/>
              <a:gd name="T11" fmla="*/ 37007 w 3700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007" h="21600" fill="none" extrusionOk="0">
                <a:moveTo>
                  <a:pt x="-1" y="10696"/>
                </a:moveTo>
                <a:cubicBezTo>
                  <a:pt x="3873" y="4071"/>
                  <a:pt x="10971" y="-1"/>
                  <a:pt x="18646" y="0"/>
                </a:cubicBezTo>
                <a:cubicBezTo>
                  <a:pt x="26123" y="0"/>
                  <a:pt x="33068" y="3867"/>
                  <a:pt x="37006" y="10223"/>
                </a:cubicBezTo>
              </a:path>
              <a:path w="37007" h="21600" stroke="0" extrusionOk="0">
                <a:moveTo>
                  <a:pt x="-1" y="10696"/>
                </a:moveTo>
                <a:cubicBezTo>
                  <a:pt x="3873" y="4071"/>
                  <a:pt x="10971" y="-1"/>
                  <a:pt x="18646" y="0"/>
                </a:cubicBezTo>
                <a:cubicBezTo>
                  <a:pt x="26123" y="0"/>
                  <a:pt x="33068" y="3867"/>
                  <a:pt x="37006" y="10223"/>
                </a:cubicBezTo>
                <a:lnTo>
                  <a:pt x="18646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/>
          </a:p>
        </p:txBody>
      </p:sp>
      <p:graphicFrame>
        <p:nvGraphicFramePr>
          <p:cNvPr id="36870" name="Object 23">
            <a:extLst>
              <a:ext uri="{FF2B5EF4-FFF2-40B4-BE49-F238E27FC236}">
                <a16:creationId xmlns:a16="http://schemas.microsoft.com/office/drawing/2014/main" id="{27FD2B30-7640-4150-CAF3-FB6AB423B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0675" y="3962400"/>
          <a:ext cx="19050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77480" progId="Equation.3">
                  <p:embed/>
                </p:oleObj>
              </mc:Choice>
              <mc:Fallback>
                <p:oleObj name="Equation" r:id="rId10" imgW="126720" imgH="1774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3962400"/>
                        <a:ext cx="190500" cy="273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26">
            <a:extLst>
              <a:ext uri="{FF2B5EF4-FFF2-40B4-BE49-F238E27FC236}">
                <a16:creationId xmlns:a16="http://schemas.microsoft.com/office/drawing/2014/main" id="{B15F7C6D-6067-DAD8-31E3-2AEC7AAA02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3525" y="4529138"/>
          <a:ext cx="20955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" imgH="164880" progId="Equation.3">
                  <p:embed/>
                </p:oleObj>
              </mc:Choice>
              <mc:Fallback>
                <p:oleObj name="Equation" r:id="rId12" imgW="139680" imgH="1648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3525" y="4529138"/>
                        <a:ext cx="209550" cy="25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5" name="Text Box 38">
            <a:extLst>
              <a:ext uri="{FF2B5EF4-FFF2-40B4-BE49-F238E27FC236}">
                <a16:creationId xmlns:a16="http://schemas.microsoft.com/office/drawing/2014/main" id="{87A7ACD1-32C6-3942-AD80-3487DCC16B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913" y="5410200"/>
            <a:ext cx="5218112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위의 그림처럼 </a:t>
            </a:r>
            <a:r>
              <a:rPr lang="en-US" altLang="ko-KR" sz="1200" b="1">
                <a:latin typeface="Times New Roman" panose="02020603050405020304" pitchFamily="18" charset="0"/>
              </a:rPr>
              <a:t>position vector</a:t>
            </a:r>
            <a:r>
              <a:rPr lang="ko-KR" altLang="en-US" sz="1200" b="1">
                <a:latin typeface="Times New Roman" panose="02020603050405020304" pitchFamily="18" charset="0"/>
              </a:rPr>
              <a:t>는  </a:t>
            </a:r>
            <a:r>
              <a:rPr lang="en-US" altLang="ko-KR" sz="1200" b="1">
                <a:latin typeface="Times New Roman" panose="02020603050405020304" pitchFamily="18" charset="0"/>
              </a:rPr>
              <a:t>x, y, z</a:t>
            </a:r>
            <a:r>
              <a:rPr lang="ko-KR" altLang="en-US" sz="1200" b="1">
                <a:latin typeface="Times New Roman" panose="02020603050405020304" pitchFamily="18" charset="0"/>
              </a:rPr>
              <a:t>로 하고 </a:t>
            </a:r>
            <a:r>
              <a:rPr lang="en-US" altLang="ko-KR" sz="1200" b="1">
                <a:latin typeface="Times New Roman" panose="02020603050405020304" pitchFamily="18" charset="0"/>
              </a:rPr>
              <a:t>view unit vector</a:t>
            </a:r>
            <a:r>
              <a:rPr lang="ko-KR" altLang="en-US" sz="1200" b="1">
                <a:latin typeface="Times New Roman" panose="02020603050405020304" pitchFamily="18" charset="0"/>
              </a:rPr>
              <a:t>를 설정하면</a:t>
            </a:r>
          </a:p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 </a:t>
            </a:r>
            <a:r>
              <a:rPr lang="en-US" altLang="ko-KR" sz="1200" b="1">
                <a:latin typeface="Times New Roman" panose="02020603050405020304" pitchFamily="18" charset="0"/>
              </a:rPr>
              <a:t>position vector</a:t>
            </a:r>
            <a:r>
              <a:rPr lang="ko-KR" altLang="en-US" sz="1200" b="1">
                <a:latin typeface="Times New Roman" panose="02020603050405020304" pitchFamily="18" charset="0"/>
              </a:rPr>
              <a:t>에 </a:t>
            </a:r>
            <a:r>
              <a:rPr lang="en-US" altLang="ko-KR" sz="1200" b="1">
                <a:latin typeface="Times New Roman" panose="02020603050405020304" pitchFamily="18" charset="0"/>
              </a:rPr>
              <a:t>view  vector</a:t>
            </a:r>
            <a:r>
              <a:rPr lang="ko-KR" altLang="en-US" sz="1200" b="1">
                <a:latin typeface="Times New Roman" panose="02020603050405020304" pitchFamily="18" charset="0"/>
              </a:rPr>
              <a:t>의 </a:t>
            </a:r>
            <a:r>
              <a:rPr lang="en-US" altLang="ko-KR" sz="1200" b="1">
                <a:latin typeface="Times New Roman" panose="02020603050405020304" pitchFamily="18" charset="0"/>
              </a:rPr>
              <a:t>unit vector</a:t>
            </a:r>
            <a:r>
              <a:rPr lang="ko-KR" altLang="en-US" sz="1200" b="1">
                <a:latin typeface="Times New Roman" panose="02020603050405020304" pitchFamily="18" charset="0"/>
              </a:rPr>
              <a:t>에 거리 </a:t>
            </a:r>
            <a:r>
              <a:rPr lang="en-US" altLang="ko-KR" sz="1200" b="1">
                <a:latin typeface="Times New Roman" panose="02020603050405020304" pitchFamily="18" charset="0"/>
              </a:rPr>
              <a:t>d(</a:t>
            </a:r>
            <a:r>
              <a:rPr lang="ko-KR" altLang="en-US" sz="1200" b="1">
                <a:latin typeface="Times New Roman" panose="02020603050405020304" pitchFamily="18" charset="0"/>
              </a:rPr>
              <a:t>조정량</a:t>
            </a:r>
            <a:r>
              <a:rPr lang="en-US" altLang="ko-KR" sz="1200" b="1">
                <a:latin typeface="Times New Roman" panose="02020603050405020304" pitchFamily="18" charset="0"/>
              </a:rPr>
              <a:t>)</a:t>
            </a:r>
            <a:r>
              <a:rPr lang="ko-KR" altLang="en-US" sz="1200" b="1">
                <a:latin typeface="Times New Roman" panose="02020603050405020304" pitchFamily="18" charset="0"/>
              </a:rPr>
              <a:t>의 합으로</a:t>
            </a:r>
          </a:p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 </a:t>
            </a:r>
            <a:r>
              <a:rPr lang="en-US" altLang="ko-KR" sz="1200" b="1">
                <a:latin typeface="Times New Roman" panose="02020603050405020304" pitchFamily="18" charset="0"/>
              </a:rPr>
              <a:t>view vector</a:t>
            </a:r>
            <a:r>
              <a:rPr lang="ko-KR" altLang="en-US" sz="1200" b="1">
                <a:latin typeface="Times New Roman" panose="02020603050405020304" pitchFamily="18" charset="0"/>
              </a:rPr>
              <a:t>를  만들 수 있다</a:t>
            </a:r>
            <a:r>
              <a:rPr lang="en-US" altLang="ko-KR" sz="1200" b="1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ko-KR" sz="1200" b="1">
              <a:latin typeface="Times New Roman" panose="02020603050405020304" pitchFamily="18" charset="0"/>
            </a:endParaRPr>
          </a:p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이렇게 만들어진 </a:t>
            </a:r>
            <a:r>
              <a:rPr lang="en-US" altLang="ko-KR" sz="1200" b="1">
                <a:latin typeface="Times New Roman" panose="02020603050405020304" pitchFamily="18" charset="0"/>
              </a:rPr>
              <a:t>camera</a:t>
            </a:r>
            <a:r>
              <a:rPr lang="ko-KR" altLang="en-US" sz="1200" b="1">
                <a:latin typeface="Times New Roman" panose="02020603050405020304" pitchFamily="18" charset="0"/>
              </a:rPr>
              <a:t>는 이동은 </a:t>
            </a:r>
            <a:r>
              <a:rPr lang="en-US" altLang="ko-KR" sz="1200" b="1">
                <a:latin typeface="Times New Roman" panose="02020603050405020304" pitchFamily="18" charset="0"/>
              </a:rPr>
              <a:t>x,y,z(position)</a:t>
            </a:r>
            <a:r>
              <a:rPr lang="ko-KR" altLang="en-US" sz="1200" b="1">
                <a:latin typeface="Times New Roman" panose="02020603050405020304" pitchFamily="18" charset="0"/>
              </a:rPr>
              <a:t>에서 처리하고 회전은            로</a:t>
            </a:r>
          </a:p>
          <a:p>
            <a:pPr eaLnBrk="1" hangingPunct="1"/>
            <a:r>
              <a:rPr lang="ko-KR" altLang="en-US" sz="1200" b="1">
                <a:latin typeface="Times New Roman" panose="02020603050405020304" pitchFamily="18" charset="0"/>
              </a:rPr>
              <a:t> 처리가 된다</a:t>
            </a:r>
            <a:r>
              <a:rPr lang="en-US" altLang="ko-KR" sz="1200" b="1">
                <a:latin typeface="Times New Roman" panose="02020603050405020304" pitchFamily="18" charset="0"/>
              </a:rPr>
              <a:t>.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aphicFrame>
        <p:nvGraphicFramePr>
          <p:cNvPr id="36872" name="Object 41">
            <a:extLst>
              <a:ext uri="{FF2B5EF4-FFF2-40B4-BE49-F238E27FC236}">
                <a16:creationId xmlns:a16="http://schemas.microsoft.com/office/drawing/2014/main" id="{8F23053F-A5C9-0B8E-7F40-720DCEDDBD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1150" y="6073775"/>
          <a:ext cx="4000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03040" progId="Equation.3">
                  <p:embed/>
                </p:oleObj>
              </mc:Choice>
              <mc:Fallback>
                <p:oleObj name="Equation" r:id="rId14" imgW="266400" imgH="2030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6073775"/>
                        <a:ext cx="4000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48">
            <a:extLst>
              <a:ext uri="{FF2B5EF4-FFF2-40B4-BE49-F238E27FC236}">
                <a16:creationId xmlns:a16="http://schemas.microsoft.com/office/drawing/2014/main" id="{887FA9FB-6AB1-3C62-7234-169C8053B8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3135313"/>
          <a:ext cx="32004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33360" imgH="241200" progId="Equation.3">
                  <p:embed/>
                </p:oleObj>
              </mc:Choice>
              <mc:Fallback>
                <p:oleObj name="Equation" r:id="rId16" imgW="2133360" imgH="2412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135313"/>
                        <a:ext cx="3200400" cy="3698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49">
            <a:extLst>
              <a:ext uri="{FF2B5EF4-FFF2-40B4-BE49-F238E27FC236}">
                <a16:creationId xmlns:a16="http://schemas.microsoft.com/office/drawing/2014/main" id="{C5BE0C14-8FC8-CCA3-5F66-9F29D07E29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3810000"/>
          <a:ext cx="25717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14320" imgH="241200" progId="Equation.3">
                  <p:embed/>
                </p:oleObj>
              </mc:Choice>
              <mc:Fallback>
                <p:oleObj name="Equation" r:id="rId18" imgW="1714320" imgH="2412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10000"/>
                        <a:ext cx="2571750" cy="369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6" name="Line 50">
            <a:extLst>
              <a:ext uri="{FF2B5EF4-FFF2-40B4-BE49-F238E27FC236}">
                <a16:creationId xmlns:a16="http://schemas.microsoft.com/office/drawing/2014/main" id="{76AABFEF-2E77-3678-C829-D1578C60A9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3050" y="2908300"/>
            <a:ext cx="106680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6887" name="Line 51">
            <a:extLst>
              <a:ext uri="{FF2B5EF4-FFF2-40B4-BE49-F238E27FC236}">
                <a16:creationId xmlns:a16="http://schemas.microsoft.com/office/drawing/2014/main" id="{441DCA31-B9C3-462E-69E8-52BD92EA85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00325" y="2038350"/>
            <a:ext cx="1438275" cy="900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pSp>
        <p:nvGrpSpPr>
          <p:cNvPr id="36888" name="Group 47">
            <a:extLst>
              <a:ext uri="{FF2B5EF4-FFF2-40B4-BE49-F238E27FC236}">
                <a16:creationId xmlns:a16="http://schemas.microsoft.com/office/drawing/2014/main" id="{E7267308-908E-D796-EE02-714F20F728EA}"/>
              </a:ext>
            </a:extLst>
          </p:cNvPr>
          <p:cNvGrpSpPr>
            <a:grpSpLocks/>
          </p:cNvGrpSpPr>
          <p:nvPr/>
        </p:nvGrpSpPr>
        <p:grpSpPr bwMode="auto">
          <a:xfrm rot="-1800000">
            <a:off x="2559050" y="2590800"/>
            <a:ext cx="381000" cy="330200"/>
            <a:chOff x="96" y="1200"/>
            <a:chExt cx="1104" cy="960"/>
          </a:xfrm>
        </p:grpSpPr>
        <p:sp>
          <p:nvSpPr>
            <p:cNvPr id="36891" name="Rectangle 42">
              <a:extLst>
                <a:ext uri="{FF2B5EF4-FFF2-40B4-BE49-F238E27FC236}">
                  <a16:creationId xmlns:a16="http://schemas.microsoft.com/office/drawing/2014/main" id="{1306977A-5A66-AAD7-D77E-BFFD74EA3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6892" name="Oval 44">
              <a:extLst>
                <a:ext uri="{FF2B5EF4-FFF2-40B4-BE49-F238E27FC236}">
                  <a16:creationId xmlns:a16="http://schemas.microsoft.com/office/drawing/2014/main" id="{C662CBEE-2545-5F44-41D5-4C608265C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6893" name="AutoShape 45">
              <a:extLst>
                <a:ext uri="{FF2B5EF4-FFF2-40B4-BE49-F238E27FC236}">
                  <a16:creationId xmlns:a16="http://schemas.microsoft.com/office/drawing/2014/main" id="{8D5DC462-4F25-868F-F324-8A53E847C5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6894" name="Oval 46">
              <a:extLst>
                <a:ext uri="{FF2B5EF4-FFF2-40B4-BE49-F238E27FC236}">
                  <a16:creationId xmlns:a16="http://schemas.microsoft.com/office/drawing/2014/main" id="{238955E2-231A-3BAE-B00C-FB6C361CB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36889" name="Line 52">
            <a:extLst>
              <a:ext uri="{FF2B5EF4-FFF2-40B4-BE49-F238E27FC236}">
                <a16:creationId xmlns:a16="http://schemas.microsoft.com/office/drawing/2014/main" id="{3894EAA8-45EE-F735-ECA7-4DB32913F8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68450" y="2057400"/>
            <a:ext cx="2438400" cy="2362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6890" name="Arc 22">
            <a:extLst>
              <a:ext uri="{FF2B5EF4-FFF2-40B4-BE49-F238E27FC236}">
                <a16:creationId xmlns:a16="http://schemas.microsoft.com/office/drawing/2014/main" id="{3AA62CD4-B8A1-436F-5E66-3F8EFAB62C8B}"/>
              </a:ext>
            </a:extLst>
          </p:cNvPr>
          <p:cNvSpPr>
            <a:spLocks/>
          </p:cNvSpPr>
          <p:nvPr/>
        </p:nvSpPr>
        <p:spPr bwMode="auto">
          <a:xfrm flipH="1">
            <a:off x="1527175" y="4191000"/>
            <a:ext cx="241300" cy="228600"/>
          </a:xfrm>
          <a:custGeom>
            <a:avLst/>
            <a:gdLst>
              <a:gd name="T0" fmla="*/ 0 w 31766"/>
              <a:gd name="T1" fmla="*/ 1036510 h 21600"/>
              <a:gd name="T2" fmla="*/ 1832956 w 31766"/>
              <a:gd name="T3" fmla="*/ 580983 h 21600"/>
              <a:gd name="T4" fmla="*/ 1022711 w 31766"/>
              <a:gd name="T5" fmla="*/ 2419350 h 21600"/>
              <a:gd name="T6" fmla="*/ 0 60000 65536"/>
              <a:gd name="T7" fmla="*/ 0 60000 65536"/>
              <a:gd name="T8" fmla="*/ 0 60000 65536"/>
              <a:gd name="T9" fmla="*/ 0 w 31766"/>
              <a:gd name="T10" fmla="*/ 0 h 21600"/>
              <a:gd name="T11" fmla="*/ 31766 w 3176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66" h="21600" fill="none" extrusionOk="0">
                <a:moveTo>
                  <a:pt x="0" y="9254"/>
                </a:moveTo>
                <a:cubicBezTo>
                  <a:pt x="4038" y="3456"/>
                  <a:pt x="10658" y="-1"/>
                  <a:pt x="17724" y="0"/>
                </a:cubicBezTo>
                <a:cubicBezTo>
                  <a:pt x="22873" y="0"/>
                  <a:pt x="27853" y="1839"/>
                  <a:pt x="31765" y="5187"/>
                </a:cubicBezTo>
              </a:path>
              <a:path w="31766" h="21600" stroke="0" extrusionOk="0">
                <a:moveTo>
                  <a:pt x="0" y="9254"/>
                </a:moveTo>
                <a:cubicBezTo>
                  <a:pt x="4038" y="3456"/>
                  <a:pt x="10658" y="-1"/>
                  <a:pt x="17724" y="0"/>
                </a:cubicBezTo>
                <a:cubicBezTo>
                  <a:pt x="22873" y="0"/>
                  <a:pt x="27853" y="1839"/>
                  <a:pt x="31765" y="5187"/>
                </a:cubicBezTo>
                <a:lnTo>
                  <a:pt x="17724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0" name="Text Box 2">
            <a:extLst>
              <a:ext uri="{FF2B5EF4-FFF2-40B4-BE49-F238E27FC236}">
                <a16:creationId xmlns:a16="http://schemas.microsoft.com/office/drawing/2014/main" id="{54EC0FC7-E971-C21B-B7A0-EC88D48195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762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5. View </a:t>
            </a:r>
            <a:r>
              <a:rPr lang="ko-KR" altLang="en-US" sz="1400" b="1">
                <a:latin typeface="Times New Roman" panose="02020603050405020304" pitchFamily="18" charset="0"/>
              </a:rPr>
              <a:t>행렬</a:t>
            </a:r>
            <a:endParaRPr lang="ko-KR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37890" name="Object 96">
            <a:extLst>
              <a:ext uri="{FF2B5EF4-FFF2-40B4-BE49-F238E27FC236}">
                <a16:creationId xmlns:a16="http://schemas.microsoft.com/office/drawing/2014/main" id="{C5AD9DE2-35A6-3D72-D278-18B1C71BEA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6113" y="2576513"/>
          <a:ext cx="5905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480" imgH="228600" progId="Equation.3">
                  <p:embed/>
                </p:oleObj>
              </mc:Choice>
              <mc:Fallback>
                <p:oleObj name="Equation" r:id="rId2" imgW="393480" imgH="228600" progId="Equation.3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2576513"/>
                        <a:ext cx="590550" cy="350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97">
            <a:extLst>
              <a:ext uri="{FF2B5EF4-FFF2-40B4-BE49-F238E27FC236}">
                <a16:creationId xmlns:a16="http://schemas.microsoft.com/office/drawing/2014/main" id="{5E0CBC8A-DD28-0091-68E2-03EFDAAE44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0938" y="1352550"/>
          <a:ext cx="5905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480" imgH="228600" progId="Equation.3">
                  <p:embed/>
                </p:oleObj>
              </mc:Choice>
              <mc:Fallback>
                <p:oleObj name="Equation" r:id="rId4" imgW="393480" imgH="228600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1352550"/>
                        <a:ext cx="590550" cy="35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1" name="Line 22">
            <a:extLst>
              <a:ext uri="{FF2B5EF4-FFF2-40B4-BE49-F238E27FC236}">
                <a16:creationId xmlns:a16="http://schemas.microsoft.com/office/drawing/2014/main" id="{661DA6FC-6D05-0B16-9B59-55095261FA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2875" y="2120900"/>
            <a:ext cx="484188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7902" name="Line 23">
            <a:extLst>
              <a:ext uri="{FF2B5EF4-FFF2-40B4-BE49-F238E27FC236}">
                <a16:creationId xmlns:a16="http://schemas.microsoft.com/office/drawing/2014/main" id="{743D81E8-09BA-0F5D-399C-9B4BC6CAAA15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140744" y="2043907"/>
            <a:ext cx="1968500" cy="1223962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pSp>
        <p:nvGrpSpPr>
          <p:cNvPr id="37903" name="Group 24">
            <a:extLst>
              <a:ext uri="{FF2B5EF4-FFF2-40B4-BE49-F238E27FC236}">
                <a16:creationId xmlns:a16="http://schemas.microsoft.com/office/drawing/2014/main" id="{6C0FD0AC-3559-0EDB-6466-704944984789}"/>
              </a:ext>
            </a:extLst>
          </p:cNvPr>
          <p:cNvGrpSpPr>
            <a:grpSpLocks/>
          </p:cNvGrpSpPr>
          <p:nvPr/>
        </p:nvGrpSpPr>
        <p:grpSpPr bwMode="auto">
          <a:xfrm rot="1800000">
            <a:off x="1897063" y="1863725"/>
            <a:ext cx="381000" cy="330200"/>
            <a:chOff x="96" y="1200"/>
            <a:chExt cx="1104" cy="960"/>
          </a:xfrm>
        </p:grpSpPr>
        <p:sp>
          <p:nvSpPr>
            <p:cNvPr id="37911" name="Rectangle 25">
              <a:extLst>
                <a:ext uri="{FF2B5EF4-FFF2-40B4-BE49-F238E27FC236}">
                  <a16:creationId xmlns:a16="http://schemas.microsoft.com/office/drawing/2014/main" id="{63D44BD3-A7AD-D5AA-7346-F134C54EA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7912" name="Oval 26">
              <a:extLst>
                <a:ext uri="{FF2B5EF4-FFF2-40B4-BE49-F238E27FC236}">
                  <a16:creationId xmlns:a16="http://schemas.microsoft.com/office/drawing/2014/main" id="{30F2E21D-FABE-C86D-CFEC-EB8AFAC97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7913" name="AutoShape 27">
              <a:extLst>
                <a:ext uri="{FF2B5EF4-FFF2-40B4-BE49-F238E27FC236}">
                  <a16:creationId xmlns:a16="http://schemas.microsoft.com/office/drawing/2014/main" id="{B298CD2A-C3DF-DE4B-729C-23AA8C5132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7914" name="Oval 28">
              <a:extLst>
                <a:ext uri="{FF2B5EF4-FFF2-40B4-BE49-F238E27FC236}">
                  <a16:creationId xmlns:a16="http://schemas.microsoft.com/office/drawing/2014/main" id="{7D9AD17F-9BE2-63D2-DADA-F7B9879AC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37904" name="Line 29">
            <a:extLst>
              <a:ext uri="{FF2B5EF4-FFF2-40B4-BE49-F238E27FC236}">
                <a16:creationId xmlns:a16="http://schemas.microsoft.com/office/drawing/2014/main" id="{27BABDB8-E5FD-83C3-83DC-8C473ACE7F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2875" y="3236913"/>
            <a:ext cx="2808288" cy="636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37892" name="Object 86">
            <a:extLst>
              <a:ext uri="{FF2B5EF4-FFF2-40B4-BE49-F238E27FC236}">
                <a16:creationId xmlns:a16="http://schemas.microsoft.com/office/drawing/2014/main" id="{604CDD06-3788-BEA5-5AFF-457BB330C0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1888" y="3513138"/>
          <a:ext cx="190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215640" progId="Equation.3">
                  <p:embed/>
                </p:oleObj>
              </mc:Choice>
              <mc:Fallback>
                <p:oleObj name="Equation" r:id="rId6" imgW="126720" imgH="215640" progId="Equation.3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3513138"/>
                        <a:ext cx="1905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5" name="Text Box 94">
            <a:extLst>
              <a:ext uri="{FF2B5EF4-FFF2-40B4-BE49-F238E27FC236}">
                <a16:creationId xmlns:a16="http://schemas.microsoft.com/office/drawing/2014/main" id="{E577AD52-62BA-ED28-8174-3FE324ACEE8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47775" y="1760538"/>
            <a:ext cx="5254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Camera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37906" name="Line 98">
            <a:extLst>
              <a:ext uri="{FF2B5EF4-FFF2-40B4-BE49-F238E27FC236}">
                <a16:creationId xmlns:a16="http://schemas.microsoft.com/office/drawing/2014/main" id="{F74F6562-4F72-1178-3C8D-94A1401A60F5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227263" y="2160587"/>
            <a:ext cx="331788" cy="207963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7907" name="Line 99">
            <a:extLst>
              <a:ext uri="{FF2B5EF4-FFF2-40B4-BE49-F238E27FC236}">
                <a16:creationId xmlns:a16="http://schemas.microsoft.com/office/drawing/2014/main" id="{33117F9A-3D63-EE34-0601-F22E8AFB7B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2963" y="1401763"/>
            <a:ext cx="215900" cy="414337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7908" name="Line 100">
            <a:extLst>
              <a:ext uri="{FF2B5EF4-FFF2-40B4-BE49-F238E27FC236}">
                <a16:creationId xmlns:a16="http://schemas.microsoft.com/office/drawing/2014/main" id="{851C3570-5E1B-3008-CD5A-8BD3872C6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9938" y="2120900"/>
            <a:ext cx="0" cy="449263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37893" name="Object 92">
            <a:extLst>
              <a:ext uri="{FF2B5EF4-FFF2-40B4-BE49-F238E27FC236}">
                <a16:creationId xmlns:a16="http://schemas.microsoft.com/office/drawing/2014/main" id="{3DCFE35B-B8D1-ECD1-AA3E-EB9C462136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8238" y="2503488"/>
          <a:ext cx="4191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360" imgH="241200" progId="Equation.3">
                  <p:embed/>
                </p:oleObj>
              </mc:Choice>
              <mc:Fallback>
                <p:oleObj name="Equation" r:id="rId8" imgW="279360" imgH="24120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2503488"/>
                        <a:ext cx="419100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11">
            <a:extLst>
              <a:ext uri="{FF2B5EF4-FFF2-40B4-BE49-F238E27FC236}">
                <a16:creationId xmlns:a16="http://schemas.microsoft.com/office/drawing/2014/main" id="{99EC3421-3E91-C891-ED8C-6827A2E29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7200" y="3584575"/>
          <a:ext cx="5524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8280" imgH="215640" progId="Equation.3">
                  <p:embed/>
                </p:oleObj>
              </mc:Choice>
              <mc:Fallback>
                <p:oleObj name="Equation" r:id="rId10" imgW="36828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3584575"/>
                        <a:ext cx="552450" cy="331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9" name="Oval 102">
            <a:extLst>
              <a:ext uri="{FF2B5EF4-FFF2-40B4-BE49-F238E27FC236}">
                <a16:creationId xmlns:a16="http://schemas.microsoft.com/office/drawing/2014/main" id="{5377EDEF-CBE5-942B-8AE5-BE1BB816E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788" y="380047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37895" name="Object 134">
            <a:extLst>
              <a:ext uri="{FF2B5EF4-FFF2-40B4-BE49-F238E27FC236}">
                <a16:creationId xmlns:a16="http://schemas.microsoft.com/office/drawing/2014/main" id="{5B66F6C1-F3A1-1AC8-07E0-9FCBC1E3BE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050" y="4881563"/>
          <a:ext cx="14668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7760" imgH="685800" progId="Equation.3">
                  <p:embed/>
                </p:oleObj>
              </mc:Choice>
              <mc:Fallback>
                <p:oleObj name="Equation" r:id="rId12" imgW="977760" imgH="685800" progId="Equation.3">
                  <p:embed/>
                  <p:pic>
                    <p:nvPicPr>
                      <p:cNvPr id="0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4881563"/>
                        <a:ext cx="1466850" cy="1050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95">
            <a:extLst>
              <a:ext uri="{FF2B5EF4-FFF2-40B4-BE49-F238E27FC236}">
                <a16:creationId xmlns:a16="http://schemas.microsoft.com/office/drawing/2014/main" id="{DF96EE1F-5A35-9B27-6A80-9A2BAE708F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8275" y="2000250"/>
          <a:ext cx="5715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880" imgH="228600" progId="Equation.3">
                  <p:embed/>
                </p:oleObj>
              </mc:Choice>
              <mc:Fallback>
                <p:oleObj name="Equation" r:id="rId14" imgW="380880" imgH="228600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2000250"/>
                        <a:ext cx="571500" cy="35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148">
            <a:extLst>
              <a:ext uri="{FF2B5EF4-FFF2-40B4-BE49-F238E27FC236}">
                <a16:creationId xmlns:a16="http://schemas.microsoft.com/office/drawing/2014/main" id="{B7D1AE63-4721-F8E9-00D6-61EC9E143A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050" y="6465888"/>
          <a:ext cx="10287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85800" imgH="685800" progId="Equation.3">
                  <p:embed/>
                </p:oleObj>
              </mc:Choice>
              <mc:Fallback>
                <p:oleObj name="Equation" r:id="rId16" imgW="685800" imgH="685800" progId="Equation.3">
                  <p:embed/>
                  <p:pic>
                    <p:nvPicPr>
                      <p:cNvPr id="0" name="Object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6465888"/>
                        <a:ext cx="1028700" cy="1050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149">
            <a:extLst>
              <a:ext uri="{FF2B5EF4-FFF2-40B4-BE49-F238E27FC236}">
                <a16:creationId xmlns:a16="http://schemas.microsoft.com/office/drawing/2014/main" id="{8A8D39AD-787E-D472-658C-7B58BF117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050" y="8131175"/>
          <a:ext cx="8763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83920" imgH="203040" progId="Equation.3">
                  <p:embed/>
                </p:oleObj>
              </mc:Choice>
              <mc:Fallback>
                <p:oleObj name="Equation" r:id="rId18" imgW="583920" imgH="203040" progId="Equation.3">
                  <p:embed/>
                  <p:pic>
                    <p:nvPicPr>
                      <p:cNvPr id="0" name="Object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8131175"/>
                        <a:ext cx="876300" cy="311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0" name="Line 150">
            <a:extLst>
              <a:ext uri="{FF2B5EF4-FFF2-40B4-BE49-F238E27FC236}">
                <a16:creationId xmlns:a16="http://schemas.microsoft.com/office/drawing/2014/main" id="{C7DFD4E5-087B-DAA1-7390-4892C0B2AF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6338" y="2219325"/>
            <a:ext cx="0" cy="573088"/>
          </a:xfrm>
          <a:prstGeom prst="line">
            <a:avLst/>
          </a:prstGeom>
          <a:noFill/>
          <a:ln w="3175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aphicFrame>
        <p:nvGraphicFramePr>
          <p:cNvPr id="37899" name="Object 151">
            <a:extLst>
              <a:ext uri="{FF2B5EF4-FFF2-40B4-BE49-F238E27FC236}">
                <a16:creationId xmlns:a16="http://schemas.microsoft.com/office/drawing/2014/main" id="{48746716-4228-6E1E-6CA4-2986E346DB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3975" y="2352675"/>
          <a:ext cx="933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22080" imgH="241200" progId="Equation.3">
                  <p:embed/>
                </p:oleObj>
              </mc:Choice>
              <mc:Fallback>
                <p:oleObj name="Equation" r:id="rId20" imgW="622080" imgH="241200" progId="Equation.3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2352675"/>
                        <a:ext cx="933450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6" name="Line 2">
            <a:extLst>
              <a:ext uri="{FF2B5EF4-FFF2-40B4-BE49-F238E27FC236}">
                <a16:creationId xmlns:a16="http://schemas.microsoft.com/office/drawing/2014/main" id="{87C383C3-FBF8-77FD-3856-179BC9717A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38338" y="2289175"/>
            <a:ext cx="2643187" cy="239713"/>
          </a:xfrm>
          <a:prstGeom prst="line">
            <a:avLst/>
          </a:prstGeom>
          <a:noFill/>
          <a:ln w="25400" cap="rnd">
            <a:solidFill>
              <a:srgbClr val="FF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927" name="Line 3">
            <a:extLst>
              <a:ext uri="{FF2B5EF4-FFF2-40B4-BE49-F238E27FC236}">
                <a16:creationId xmlns:a16="http://schemas.microsoft.com/office/drawing/2014/main" id="{988B1879-F938-3617-D930-114773F222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6113" y="2289175"/>
            <a:ext cx="2665412" cy="1584325"/>
          </a:xfrm>
          <a:prstGeom prst="line">
            <a:avLst/>
          </a:prstGeom>
          <a:noFill/>
          <a:ln w="25400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928" name="Line 4">
            <a:extLst>
              <a:ext uri="{FF2B5EF4-FFF2-40B4-BE49-F238E27FC236}">
                <a16:creationId xmlns:a16="http://schemas.microsoft.com/office/drawing/2014/main" id="{E024CB57-2C0B-9E3B-10AF-CD57F83A20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0800" y="2289175"/>
            <a:ext cx="720725" cy="1295400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929" name="Line 5">
            <a:extLst>
              <a:ext uri="{FF2B5EF4-FFF2-40B4-BE49-F238E27FC236}">
                <a16:creationId xmlns:a16="http://schemas.microsoft.com/office/drawing/2014/main" id="{2F4B3D5A-AE88-F819-ACA3-2928181DA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8413" y="1236663"/>
            <a:ext cx="2043112" cy="1052512"/>
          </a:xfrm>
          <a:prstGeom prst="line">
            <a:avLst/>
          </a:prstGeom>
          <a:noFill/>
          <a:ln w="25400" cap="rnd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930" name="Text Box 6">
            <a:extLst>
              <a:ext uri="{FF2B5EF4-FFF2-40B4-BE49-F238E27FC236}">
                <a16:creationId xmlns:a16="http://schemas.microsoft.com/office/drawing/2014/main" id="{9674754D-B025-933A-28A6-5AF5B4A5F0C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762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5. View </a:t>
            </a:r>
            <a:r>
              <a:rPr lang="ko-KR" altLang="en-US" sz="1400" b="1">
                <a:latin typeface="Times New Roman" panose="02020603050405020304" pitchFamily="18" charset="0"/>
              </a:rPr>
              <a:t>행렬</a:t>
            </a:r>
            <a:endParaRPr lang="ko-KR" altLang="en-US" sz="1400">
              <a:latin typeface="Times New Roman" panose="02020603050405020304" pitchFamily="18" charset="0"/>
            </a:endParaRPr>
          </a:p>
        </p:txBody>
      </p:sp>
      <p:sp>
        <p:nvSpPr>
          <p:cNvPr id="38931" name="Line 14">
            <a:extLst>
              <a:ext uri="{FF2B5EF4-FFF2-40B4-BE49-F238E27FC236}">
                <a16:creationId xmlns:a16="http://schemas.microsoft.com/office/drawing/2014/main" id="{407D5E2D-D3F7-4A7C-2CDF-A49C28B6C2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2875" y="2649538"/>
            <a:ext cx="43180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8932" name="Line 15">
            <a:extLst>
              <a:ext uri="{FF2B5EF4-FFF2-40B4-BE49-F238E27FC236}">
                <a16:creationId xmlns:a16="http://schemas.microsoft.com/office/drawing/2014/main" id="{85BB8A52-A759-A540-5307-EEE38D7E8DA8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028031" y="2483645"/>
            <a:ext cx="2447925" cy="1522412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pSp>
        <p:nvGrpSpPr>
          <p:cNvPr id="38933" name="Group 16">
            <a:extLst>
              <a:ext uri="{FF2B5EF4-FFF2-40B4-BE49-F238E27FC236}">
                <a16:creationId xmlns:a16="http://schemas.microsoft.com/office/drawing/2014/main" id="{6C52A22C-BE44-F41D-16D6-A75B8B13771D}"/>
              </a:ext>
            </a:extLst>
          </p:cNvPr>
          <p:cNvGrpSpPr>
            <a:grpSpLocks/>
          </p:cNvGrpSpPr>
          <p:nvPr/>
        </p:nvGrpSpPr>
        <p:grpSpPr bwMode="auto">
          <a:xfrm rot="1800000">
            <a:off x="1774825" y="2319338"/>
            <a:ext cx="381000" cy="330200"/>
            <a:chOff x="96" y="1200"/>
            <a:chExt cx="1104" cy="960"/>
          </a:xfrm>
        </p:grpSpPr>
        <p:sp>
          <p:nvSpPr>
            <p:cNvPr id="38953" name="Rectangle 17">
              <a:extLst>
                <a:ext uri="{FF2B5EF4-FFF2-40B4-BE49-F238E27FC236}">
                  <a16:creationId xmlns:a16="http://schemas.microsoft.com/office/drawing/2014/main" id="{2657336E-C503-3467-0F23-F6F84BE25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8954" name="Oval 18">
              <a:extLst>
                <a:ext uri="{FF2B5EF4-FFF2-40B4-BE49-F238E27FC236}">
                  <a16:creationId xmlns:a16="http://schemas.microsoft.com/office/drawing/2014/main" id="{64453B8C-598F-B6DA-1CE0-E2C673824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8955" name="AutoShape 19">
              <a:extLst>
                <a:ext uri="{FF2B5EF4-FFF2-40B4-BE49-F238E27FC236}">
                  <a16:creationId xmlns:a16="http://schemas.microsoft.com/office/drawing/2014/main" id="{60C1D62F-B3FA-8DC1-6CA9-79AA3AEFFB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8956" name="Oval 20">
              <a:extLst>
                <a:ext uri="{FF2B5EF4-FFF2-40B4-BE49-F238E27FC236}">
                  <a16:creationId xmlns:a16="http://schemas.microsoft.com/office/drawing/2014/main" id="{D561ACDB-2378-9561-6C64-05B5EA9B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aphicFrame>
        <p:nvGraphicFramePr>
          <p:cNvPr id="38914" name="Object 28">
            <a:extLst>
              <a:ext uri="{FF2B5EF4-FFF2-40B4-BE49-F238E27FC236}">
                <a16:creationId xmlns:a16="http://schemas.microsoft.com/office/drawing/2014/main" id="{09808BEE-ED09-C0F5-E08A-A454A397EB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5538" y="3657600"/>
          <a:ext cx="190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0" imgH="215640" progId="Equation.3">
                  <p:embed/>
                </p:oleObj>
              </mc:Choice>
              <mc:Fallback>
                <p:oleObj name="Equation" r:id="rId2" imgW="126720" imgH="2156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3657600"/>
                        <a:ext cx="1905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4" name="Text Box 29">
            <a:extLst>
              <a:ext uri="{FF2B5EF4-FFF2-40B4-BE49-F238E27FC236}">
                <a16:creationId xmlns:a16="http://schemas.microsoft.com/office/drawing/2014/main" id="{429B751A-1B27-E241-BE71-13B5037F7D2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003800" y="2095500"/>
            <a:ext cx="44132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Object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38935" name="Text Box 30">
            <a:extLst>
              <a:ext uri="{FF2B5EF4-FFF2-40B4-BE49-F238E27FC236}">
                <a16:creationId xmlns:a16="http://schemas.microsoft.com/office/drawing/2014/main" id="{0FDCF457-338C-9BC8-FE92-33458059638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125538" y="2216150"/>
            <a:ext cx="5254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Camera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38936" name="Line 31">
            <a:extLst>
              <a:ext uri="{FF2B5EF4-FFF2-40B4-BE49-F238E27FC236}">
                <a16:creationId xmlns:a16="http://schemas.microsoft.com/office/drawing/2014/main" id="{60E51C49-C10F-C474-7E7A-A8D0FF391C90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105025" y="2616201"/>
            <a:ext cx="331787" cy="207962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8937" name="Line 32">
            <a:extLst>
              <a:ext uri="{FF2B5EF4-FFF2-40B4-BE49-F238E27FC236}">
                <a16:creationId xmlns:a16="http://schemas.microsoft.com/office/drawing/2014/main" id="{63B60AC8-E9B2-838A-F9DC-62AB9BC46E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90725" y="1857375"/>
            <a:ext cx="215900" cy="41433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8938" name="Line 33">
            <a:extLst>
              <a:ext uri="{FF2B5EF4-FFF2-40B4-BE49-F238E27FC236}">
                <a16:creationId xmlns:a16="http://schemas.microsoft.com/office/drawing/2014/main" id="{F1CBC3DC-66DA-55B3-5CAE-C260D6EEA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2576513"/>
            <a:ext cx="0" cy="449262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38915" name="Object 34">
            <a:extLst>
              <a:ext uri="{FF2B5EF4-FFF2-40B4-BE49-F238E27FC236}">
                <a16:creationId xmlns:a16="http://schemas.microsoft.com/office/drawing/2014/main" id="{02CC4B4F-6B29-E371-1D16-36060B806B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6175" y="3008313"/>
          <a:ext cx="4191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241200" progId="Equation.3">
                  <p:embed/>
                </p:oleObj>
              </mc:Choice>
              <mc:Fallback>
                <p:oleObj name="Equation" r:id="rId4" imgW="279360" imgH="2412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3008313"/>
                        <a:ext cx="419100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9" name="Oval 36">
            <a:extLst>
              <a:ext uri="{FF2B5EF4-FFF2-40B4-BE49-F238E27FC236}">
                <a16:creationId xmlns:a16="http://schemas.microsoft.com/office/drawing/2014/main" id="{4DFB6355-921C-479F-9222-902B1D7C6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438" y="3887788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38916" name="Object 37">
            <a:extLst>
              <a:ext uri="{FF2B5EF4-FFF2-40B4-BE49-F238E27FC236}">
                <a16:creationId xmlns:a16="http://schemas.microsoft.com/office/drawing/2014/main" id="{BADA9507-AA59-BCA7-F927-3254FE60CD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100" y="4703763"/>
          <a:ext cx="4591050" cy="284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60360" imgH="1854000" progId="Equation.3">
                  <p:embed/>
                </p:oleObj>
              </mc:Choice>
              <mc:Fallback>
                <p:oleObj name="Equation" r:id="rId6" imgW="3060360" imgH="18540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4703763"/>
                        <a:ext cx="4591050" cy="2841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38">
            <a:extLst>
              <a:ext uri="{FF2B5EF4-FFF2-40B4-BE49-F238E27FC236}">
                <a16:creationId xmlns:a16="http://schemas.microsoft.com/office/drawing/2014/main" id="{1151BC50-CDB3-311A-6655-1ACAD04E55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100" y="7832725"/>
          <a:ext cx="5276850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17560" imgH="914400" progId="Equation.3">
                  <p:embed/>
                </p:oleObj>
              </mc:Choice>
              <mc:Fallback>
                <p:oleObj name="Equation" r:id="rId8" imgW="3517560" imgH="9144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7832725"/>
                        <a:ext cx="5276850" cy="1401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0" name="Line 39">
            <a:extLst>
              <a:ext uri="{FF2B5EF4-FFF2-40B4-BE49-F238E27FC236}">
                <a16:creationId xmlns:a16="http://schemas.microsoft.com/office/drawing/2014/main" id="{A8E37042-FF44-42DE-0808-877854D7F3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11363" y="920750"/>
            <a:ext cx="677862" cy="1301750"/>
          </a:xfrm>
          <a:prstGeom prst="line">
            <a:avLst/>
          </a:prstGeom>
          <a:noFill/>
          <a:ln w="25400" cap="rnd">
            <a:solidFill>
              <a:srgbClr val="008000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38941" name="Line 42">
            <a:extLst>
              <a:ext uri="{FF2B5EF4-FFF2-40B4-BE49-F238E27FC236}">
                <a16:creationId xmlns:a16="http://schemas.microsoft.com/office/drawing/2014/main" id="{311EBEFF-3DF7-E11E-2BAF-A2D28BE85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6113" y="2576513"/>
            <a:ext cx="0" cy="1385887"/>
          </a:xfrm>
          <a:prstGeom prst="line">
            <a:avLst/>
          </a:prstGeom>
          <a:noFill/>
          <a:ln w="25400" cap="rnd">
            <a:solidFill>
              <a:srgbClr val="800000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pSp>
        <p:nvGrpSpPr>
          <p:cNvPr id="38942" name="Group 7">
            <a:extLst>
              <a:ext uri="{FF2B5EF4-FFF2-40B4-BE49-F238E27FC236}">
                <a16:creationId xmlns:a16="http://schemas.microsoft.com/office/drawing/2014/main" id="{2D81CECD-72D1-D9FC-862A-8F54B6F45FB6}"/>
              </a:ext>
            </a:extLst>
          </p:cNvPr>
          <p:cNvGrpSpPr>
            <a:grpSpLocks/>
          </p:cNvGrpSpPr>
          <p:nvPr/>
        </p:nvGrpSpPr>
        <p:grpSpPr bwMode="auto">
          <a:xfrm>
            <a:off x="4437063" y="2000250"/>
            <a:ext cx="468312" cy="468313"/>
            <a:chOff x="1117" y="3555"/>
            <a:chExt cx="475" cy="472"/>
          </a:xfrm>
        </p:grpSpPr>
        <p:sp>
          <p:nvSpPr>
            <p:cNvPr id="38949" name="AutoShape 8">
              <a:extLst>
                <a:ext uri="{FF2B5EF4-FFF2-40B4-BE49-F238E27FC236}">
                  <a16:creationId xmlns:a16="http://schemas.microsoft.com/office/drawing/2014/main" id="{36E47A56-1FC6-CA9D-2458-E61E08036C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400000">
              <a:off x="1345" y="3574"/>
              <a:ext cx="113" cy="317"/>
            </a:xfrm>
            <a:prstGeom prst="can">
              <a:avLst>
                <a:gd name="adj" fmla="val 70133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8950" name="AutoShape 9">
              <a:extLst>
                <a:ext uri="{FF2B5EF4-FFF2-40B4-BE49-F238E27FC236}">
                  <a16:creationId xmlns:a16="http://schemas.microsoft.com/office/drawing/2014/main" id="{C6C87BF8-1053-5460-BE18-DC3FAA6D4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3710"/>
              <a:ext cx="317" cy="317"/>
            </a:xfrm>
            <a:prstGeom prst="cube">
              <a:avLst>
                <a:gd name="adj" fmla="val 3511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8951" name="AutoShape 10">
              <a:extLst>
                <a:ext uri="{FF2B5EF4-FFF2-40B4-BE49-F238E27FC236}">
                  <a16:creationId xmlns:a16="http://schemas.microsoft.com/office/drawing/2014/main" id="{B37AA947-C501-537B-3BFB-E3C5F16A0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3" y="3555"/>
              <a:ext cx="113" cy="227"/>
            </a:xfrm>
            <a:prstGeom prst="can">
              <a:avLst>
                <a:gd name="adj" fmla="val 50221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8952" name="AutoShape 11">
              <a:extLst>
                <a:ext uri="{FF2B5EF4-FFF2-40B4-BE49-F238E27FC236}">
                  <a16:creationId xmlns:a16="http://schemas.microsoft.com/office/drawing/2014/main" id="{6BE4CF70-7272-1AE7-4F06-63C98DA24D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422" y="3749"/>
              <a:ext cx="113" cy="227"/>
            </a:xfrm>
            <a:prstGeom prst="can">
              <a:avLst>
                <a:gd name="adj" fmla="val 30588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aphicFrame>
        <p:nvGraphicFramePr>
          <p:cNvPr id="38918" name="Object 43">
            <a:extLst>
              <a:ext uri="{FF2B5EF4-FFF2-40B4-BE49-F238E27FC236}">
                <a16:creationId xmlns:a16="http://schemas.microsoft.com/office/drawing/2014/main" id="{D6BD685F-C6E8-7CF5-2F3E-DB4BC1D790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7063" y="1497013"/>
          <a:ext cx="8953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96880" imgH="241200" progId="Equation.3">
                  <p:embed/>
                </p:oleObj>
              </mc:Choice>
              <mc:Fallback>
                <p:oleObj name="Equation" r:id="rId10" imgW="596880" imgH="2412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1497013"/>
                        <a:ext cx="895350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44">
            <a:extLst>
              <a:ext uri="{FF2B5EF4-FFF2-40B4-BE49-F238E27FC236}">
                <a16:creationId xmlns:a16="http://schemas.microsoft.com/office/drawing/2014/main" id="{175FBB53-050B-AC83-F300-FAB1E10F72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2375" y="1989138"/>
          <a:ext cx="1123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49160" imgH="241200" progId="Equation.3">
                  <p:embed/>
                </p:oleObj>
              </mc:Choice>
              <mc:Fallback>
                <p:oleObj name="Equation" r:id="rId12" imgW="749160" imgH="2412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1989138"/>
                        <a:ext cx="1123950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45">
            <a:extLst>
              <a:ext uri="{FF2B5EF4-FFF2-40B4-BE49-F238E27FC236}">
                <a16:creationId xmlns:a16="http://schemas.microsoft.com/office/drawing/2014/main" id="{E4DCA339-3EC8-507C-2408-EF0E9660FC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6613" y="3200400"/>
          <a:ext cx="4381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1960" imgH="203040" progId="Equation.3">
                  <p:embed/>
                </p:oleObj>
              </mc:Choice>
              <mc:Fallback>
                <p:oleObj name="Equation" r:id="rId14" imgW="291960" imgH="20304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3200400"/>
                        <a:ext cx="438150" cy="312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943" name="AutoShape 46">
            <a:extLst>
              <a:ext uri="{FF2B5EF4-FFF2-40B4-BE49-F238E27FC236}">
                <a16:creationId xmlns:a16="http://schemas.microsoft.com/office/drawing/2014/main" id="{D812D690-D3BC-C281-D851-A2EB7EE3C7FE}"/>
              </a:ext>
            </a:extLst>
          </p:cNvPr>
          <p:cNvCxnSpPr>
            <a:cxnSpLocks noChangeShapeType="1"/>
            <a:stCxn id="38944" idx="6"/>
          </p:cNvCxnSpPr>
          <p:nvPr/>
        </p:nvCxnSpPr>
        <p:spPr bwMode="auto">
          <a:xfrm flipV="1">
            <a:off x="3933825" y="3357563"/>
            <a:ext cx="712788" cy="228600"/>
          </a:xfrm>
          <a:prstGeom prst="curvedConnector3">
            <a:avLst>
              <a:gd name="adj1" fmla="val 49889"/>
            </a:avLst>
          </a:prstGeom>
          <a:noFill/>
          <a:ln w="9525">
            <a:solidFill>
              <a:schemeClr val="accent2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4" name="Oval 47">
            <a:extLst>
              <a:ext uri="{FF2B5EF4-FFF2-40B4-BE49-F238E27FC236}">
                <a16:creationId xmlns:a16="http://schemas.microsoft.com/office/drawing/2014/main" id="{DC98330E-66EA-8370-2B5C-CA5019619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3513138"/>
            <a:ext cx="144462" cy="14446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38921" name="Object 48">
            <a:extLst>
              <a:ext uri="{FF2B5EF4-FFF2-40B4-BE49-F238E27FC236}">
                <a16:creationId xmlns:a16="http://schemas.microsoft.com/office/drawing/2014/main" id="{775F5A20-B166-522E-FC32-05643EBCEF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2400" y="3487738"/>
          <a:ext cx="4572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4560" imgH="203040" progId="Equation.3">
                  <p:embed/>
                </p:oleObj>
              </mc:Choice>
              <mc:Fallback>
                <p:oleObj name="Equation" r:id="rId16" imgW="304560" imgH="20304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3487738"/>
                        <a:ext cx="457200" cy="312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945" name="AutoShape 49">
            <a:extLst>
              <a:ext uri="{FF2B5EF4-FFF2-40B4-BE49-F238E27FC236}">
                <a16:creationId xmlns:a16="http://schemas.microsoft.com/office/drawing/2014/main" id="{B8CCBFD8-FB5D-D444-5509-66E05E77AAFA}"/>
              </a:ext>
            </a:extLst>
          </p:cNvPr>
          <p:cNvCxnSpPr>
            <a:cxnSpLocks noChangeShapeType="1"/>
            <a:stCxn id="38946" idx="6"/>
          </p:cNvCxnSpPr>
          <p:nvPr/>
        </p:nvCxnSpPr>
        <p:spPr bwMode="auto">
          <a:xfrm flipV="1">
            <a:off x="1989138" y="3644900"/>
            <a:ext cx="712787" cy="228600"/>
          </a:xfrm>
          <a:prstGeom prst="curvedConnector3">
            <a:avLst>
              <a:gd name="adj1" fmla="val 49889"/>
            </a:avLst>
          </a:prstGeom>
          <a:noFill/>
          <a:ln w="9525">
            <a:solidFill>
              <a:srgbClr val="800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6" name="Oval 50">
            <a:extLst>
              <a:ext uri="{FF2B5EF4-FFF2-40B4-BE49-F238E27FC236}">
                <a16:creationId xmlns:a16="http://schemas.microsoft.com/office/drawing/2014/main" id="{B4691AF5-C514-7512-AFDD-987CCC62B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3800475"/>
            <a:ext cx="144463" cy="144463"/>
          </a:xfrm>
          <a:prstGeom prst="ellipse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38922" name="Object 51">
            <a:extLst>
              <a:ext uri="{FF2B5EF4-FFF2-40B4-BE49-F238E27FC236}">
                <a16:creationId xmlns:a16="http://schemas.microsoft.com/office/drawing/2014/main" id="{3699A7D2-24EA-9CB7-0317-0228E4FE1A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0413" y="820738"/>
          <a:ext cx="4572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4560" imgH="241200" progId="Equation.3">
                  <p:embed/>
                </p:oleObj>
              </mc:Choice>
              <mc:Fallback>
                <p:oleObj name="Equation" r:id="rId18" imgW="304560" imgH="2412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3" y="820738"/>
                        <a:ext cx="457200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947" name="AutoShape 52">
            <a:extLst>
              <a:ext uri="{FF2B5EF4-FFF2-40B4-BE49-F238E27FC236}">
                <a16:creationId xmlns:a16="http://schemas.microsoft.com/office/drawing/2014/main" id="{FF559E92-1361-6EAC-B995-D7A5ADAD8812}"/>
              </a:ext>
            </a:extLst>
          </p:cNvPr>
          <p:cNvCxnSpPr>
            <a:cxnSpLocks noChangeShapeType="1"/>
            <a:stCxn id="38948" idx="6"/>
          </p:cNvCxnSpPr>
          <p:nvPr/>
        </p:nvCxnSpPr>
        <p:spPr bwMode="auto">
          <a:xfrm flipV="1">
            <a:off x="2597150" y="1006475"/>
            <a:ext cx="712788" cy="228600"/>
          </a:xfrm>
          <a:prstGeom prst="curvedConnector3">
            <a:avLst>
              <a:gd name="adj1" fmla="val 49889"/>
            </a:avLst>
          </a:prstGeom>
          <a:noFill/>
          <a:ln w="9525">
            <a:solidFill>
              <a:srgbClr val="800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8" name="Oval 53">
            <a:extLst>
              <a:ext uri="{FF2B5EF4-FFF2-40B4-BE49-F238E27FC236}">
                <a16:creationId xmlns:a16="http://schemas.microsoft.com/office/drawing/2014/main" id="{8056BAB0-E172-FD6A-F549-B7F325AC5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1162050"/>
            <a:ext cx="144462" cy="144463"/>
          </a:xfrm>
          <a:prstGeom prst="ellipse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38923" name="Object 12">
            <a:extLst>
              <a:ext uri="{FF2B5EF4-FFF2-40B4-BE49-F238E27FC236}">
                <a16:creationId xmlns:a16="http://schemas.microsoft.com/office/drawing/2014/main" id="{A741ECC3-B728-220D-825A-7E73BB4F67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6113" y="4016375"/>
          <a:ext cx="5905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93480" imgH="228600" progId="Equation.3">
                  <p:embed/>
                </p:oleObj>
              </mc:Choice>
              <mc:Fallback>
                <p:oleObj name="Equation" r:id="rId20" imgW="39348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4016375"/>
                        <a:ext cx="590550" cy="35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13">
            <a:extLst>
              <a:ext uri="{FF2B5EF4-FFF2-40B4-BE49-F238E27FC236}">
                <a16:creationId xmlns:a16="http://schemas.microsoft.com/office/drawing/2014/main" id="{AC86C2FA-A353-DD05-F8F6-BB884761DE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8775" y="1352550"/>
          <a:ext cx="5905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93480" imgH="228600" progId="Equation.3">
                  <p:embed/>
                </p:oleObj>
              </mc:Choice>
              <mc:Fallback>
                <p:oleObj name="Equation" r:id="rId22" imgW="39348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1352550"/>
                        <a:ext cx="590550" cy="35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40">
            <a:extLst>
              <a:ext uri="{FF2B5EF4-FFF2-40B4-BE49-F238E27FC236}">
                <a16:creationId xmlns:a16="http://schemas.microsoft.com/office/drawing/2014/main" id="{8067312F-AD3D-7597-F328-70855FAEB6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8500" y="3729038"/>
          <a:ext cx="5715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80880" imgH="228600" progId="Equation.3">
                  <p:embed/>
                </p:oleObj>
              </mc:Choice>
              <mc:Fallback>
                <p:oleObj name="Equation" r:id="rId24" imgW="380880" imgH="2286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3729038"/>
                        <a:ext cx="571500" cy="350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44" name="Group 163">
            <a:extLst>
              <a:ext uri="{FF2B5EF4-FFF2-40B4-BE49-F238E27FC236}">
                <a16:creationId xmlns:a16="http://schemas.microsoft.com/office/drawing/2014/main" id="{F4547708-5AC6-536F-A8BF-DEB1AEE04B85}"/>
              </a:ext>
            </a:extLst>
          </p:cNvPr>
          <p:cNvGrpSpPr>
            <a:grpSpLocks/>
          </p:cNvGrpSpPr>
          <p:nvPr/>
        </p:nvGrpSpPr>
        <p:grpSpPr bwMode="auto">
          <a:xfrm>
            <a:off x="1397000" y="3722688"/>
            <a:ext cx="3382963" cy="1944687"/>
            <a:chOff x="936" y="2213"/>
            <a:chExt cx="2267" cy="1488"/>
          </a:xfrm>
        </p:grpSpPr>
        <p:sp>
          <p:nvSpPr>
            <p:cNvPr id="39984" name="AutoShape 41">
              <a:extLst>
                <a:ext uri="{FF2B5EF4-FFF2-40B4-BE49-F238E27FC236}">
                  <a16:creationId xmlns:a16="http://schemas.microsoft.com/office/drawing/2014/main" id="{6C004381-3362-B04F-E211-1E725209BC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90" y="2587"/>
              <a:ext cx="1488" cy="739"/>
            </a:xfrm>
            <a:prstGeom prst="parallelogram">
              <a:avLst>
                <a:gd name="adj" fmla="val 56174"/>
              </a:avLst>
            </a:prstGeom>
            <a:solidFill>
              <a:srgbClr val="00CCFF"/>
            </a:solidFill>
            <a:ln w="19050">
              <a:solidFill>
                <a:srgbClr val="33CC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85" name="Line 46">
              <a:extLst>
                <a:ext uri="{FF2B5EF4-FFF2-40B4-BE49-F238E27FC236}">
                  <a16:creationId xmlns:a16="http://schemas.microsoft.com/office/drawing/2014/main" id="{8DB7D7F4-4979-EF3A-F4B1-056C06697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3" y="2958"/>
              <a:ext cx="1228" cy="0"/>
            </a:xfrm>
            <a:prstGeom prst="line">
              <a:avLst/>
            </a:prstGeom>
            <a:noFill/>
            <a:ln w="38100" cap="rnd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39986" name="Line 48">
              <a:extLst>
                <a:ext uri="{FF2B5EF4-FFF2-40B4-BE49-F238E27FC236}">
                  <a16:creationId xmlns:a16="http://schemas.microsoft.com/office/drawing/2014/main" id="{DCC84FCF-3A68-F8CE-5BFD-05F7C96498B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097" y="2596"/>
              <a:ext cx="555" cy="1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87" name="Line 49">
              <a:extLst>
                <a:ext uri="{FF2B5EF4-FFF2-40B4-BE49-F238E27FC236}">
                  <a16:creationId xmlns:a16="http://schemas.microsoft.com/office/drawing/2014/main" id="{DBF927BC-031B-5BE5-AB14-92378C4996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2284" y="1953"/>
              <a:ext cx="227" cy="161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88" name="Arc 57">
              <a:extLst>
                <a:ext uri="{FF2B5EF4-FFF2-40B4-BE49-F238E27FC236}">
                  <a16:creationId xmlns:a16="http://schemas.microsoft.com/office/drawing/2014/main" id="{B4772045-7E32-F68F-8DD1-43FE3B64423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36" y="2815"/>
              <a:ext cx="1848" cy="716"/>
            </a:xfrm>
            <a:custGeom>
              <a:avLst/>
              <a:gdLst>
                <a:gd name="T0" fmla="*/ 0 w 41734"/>
                <a:gd name="T1" fmla="*/ 17 h 21600"/>
                <a:gd name="T2" fmla="*/ 82 w 41734"/>
                <a:gd name="T3" fmla="*/ 18 h 21600"/>
                <a:gd name="T4" fmla="*/ 41 w 41734"/>
                <a:gd name="T5" fmla="*/ 24 h 21600"/>
                <a:gd name="T6" fmla="*/ 0 60000 65536"/>
                <a:gd name="T7" fmla="*/ 0 60000 65536"/>
                <a:gd name="T8" fmla="*/ 0 60000 65536"/>
                <a:gd name="T9" fmla="*/ 0 w 41734"/>
                <a:gd name="T10" fmla="*/ 0 h 21600"/>
                <a:gd name="T11" fmla="*/ 41734 w 4173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34" h="21600" fill="none" extrusionOk="0">
                  <a:moveTo>
                    <a:pt x="-1" y="15483"/>
                  </a:moveTo>
                  <a:cubicBezTo>
                    <a:pt x="2710" y="6302"/>
                    <a:pt x="11142" y="-1"/>
                    <a:pt x="20716" y="0"/>
                  </a:cubicBezTo>
                  <a:cubicBezTo>
                    <a:pt x="30726" y="0"/>
                    <a:pt x="39425" y="6878"/>
                    <a:pt x="41734" y="16619"/>
                  </a:cubicBezTo>
                </a:path>
                <a:path w="41734" h="21600" stroke="0" extrusionOk="0">
                  <a:moveTo>
                    <a:pt x="-1" y="15483"/>
                  </a:moveTo>
                  <a:cubicBezTo>
                    <a:pt x="2710" y="6302"/>
                    <a:pt x="11142" y="-1"/>
                    <a:pt x="20716" y="0"/>
                  </a:cubicBezTo>
                  <a:cubicBezTo>
                    <a:pt x="30726" y="0"/>
                    <a:pt x="39425" y="6878"/>
                    <a:pt x="41734" y="16619"/>
                  </a:cubicBezTo>
                  <a:lnTo>
                    <a:pt x="20716" y="21600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89" name="Line 69">
              <a:extLst>
                <a:ext uri="{FF2B5EF4-FFF2-40B4-BE49-F238E27FC236}">
                  <a16:creationId xmlns:a16="http://schemas.microsoft.com/office/drawing/2014/main" id="{ABBE0A5C-B30D-2031-E08F-761D5C4254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641" y="1937"/>
              <a:ext cx="548" cy="10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90" name="Line 70">
              <a:extLst>
                <a:ext uri="{FF2B5EF4-FFF2-40B4-BE49-F238E27FC236}">
                  <a16:creationId xmlns:a16="http://schemas.microsoft.com/office/drawing/2014/main" id="{CCD09142-2859-AB77-E67F-46E4131933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158" y="2843"/>
              <a:ext cx="69" cy="345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91" name="Line 156">
              <a:extLst>
                <a:ext uri="{FF2B5EF4-FFF2-40B4-BE49-F238E27FC236}">
                  <a16:creationId xmlns:a16="http://schemas.microsoft.com/office/drawing/2014/main" id="{ECCAFC37-FAAF-7075-7970-CC7080BBFE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297" y="2651"/>
              <a:ext cx="73" cy="516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92" name="Line 157">
              <a:extLst>
                <a:ext uri="{FF2B5EF4-FFF2-40B4-BE49-F238E27FC236}">
                  <a16:creationId xmlns:a16="http://schemas.microsoft.com/office/drawing/2014/main" id="{AE6DBF3B-73E0-12A7-4063-EAC9C17D59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140" y="2686"/>
              <a:ext cx="150" cy="30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93" name="Line 158">
              <a:extLst>
                <a:ext uri="{FF2B5EF4-FFF2-40B4-BE49-F238E27FC236}">
                  <a16:creationId xmlns:a16="http://schemas.microsoft.com/office/drawing/2014/main" id="{99978ECD-863C-F8D0-C1FB-46392EFC393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238" y="2832"/>
              <a:ext cx="158" cy="471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94" name="Line 159">
              <a:extLst>
                <a:ext uri="{FF2B5EF4-FFF2-40B4-BE49-F238E27FC236}">
                  <a16:creationId xmlns:a16="http://schemas.microsoft.com/office/drawing/2014/main" id="{1786DE08-B5B2-77FC-B0AE-CEDE6434FC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910" y="2738"/>
              <a:ext cx="181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95" name="AutoShape 86">
              <a:extLst>
                <a:ext uri="{FF2B5EF4-FFF2-40B4-BE49-F238E27FC236}">
                  <a16:creationId xmlns:a16="http://schemas.microsoft.com/office/drawing/2014/main" id="{9D74A0C6-1CBE-7D51-58FC-45E8167EED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269" y="2853"/>
              <a:ext cx="409" cy="203"/>
            </a:xfrm>
            <a:prstGeom prst="parallelogram">
              <a:avLst>
                <a:gd name="adj" fmla="val 56209"/>
              </a:avLst>
            </a:prstGeom>
            <a:solidFill>
              <a:srgbClr val="FF9900"/>
            </a:solidFill>
            <a:ln w="1905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96" name="Arc 90">
              <a:extLst>
                <a:ext uri="{FF2B5EF4-FFF2-40B4-BE49-F238E27FC236}">
                  <a16:creationId xmlns:a16="http://schemas.microsoft.com/office/drawing/2014/main" id="{029BECDC-9F1F-63B4-88D4-C01BF7145FE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41" y="2933"/>
              <a:ext cx="515" cy="244"/>
            </a:xfrm>
            <a:custGeom>
              <a:avLst/>
              <a:gdLst>
                <a:gd name="T0" fmla="*/ 0 w 41734"/>
                <a:gd name="T1" fmla="*/ 2 h 21600"/>
                <a:gd name="T2" fmla="*/ 6 w 41734"/>
                <a:gd name="T3" fmla="*/ 2 h 21600"/>
                <a:gd name="T4" fmla="*/ 3 w 41734"/>
                <a:gd name="T5" fmla="*/ 3 h 21600"/>
                <a:gd name="T6" fmla="*/ 0 60000 65536"/>
                <a:gd name="T7" fmla="*/ 0 60000 65536"/>
                <a:gd name="T8" fmla="*/ 0 60000 65536"/>
                <a:gd name="T9" fmla="*/ 0 w 41734"/>
                <a:gd name="T10" fmla="*/ 0 h 21600"/>
                <a:gd name="T11" fmla="*/ 41734 w 4173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34" h="21600" fill="none" extrusionOk="0">
                  <a:moveTo>
                    <a:pt x="-1" y="15483"/>
                  </a:moveTo>
                  <a:cubicBezTo>
                    <a:pt x="2710" y="6302"/>
                    <a:pt x="11142" y="-1"/>
                    <a:pt x="20716" y="0"/>
                  </a:cubicBezTo>
                  <a:cubicBezTo>
                    <a:pt x="30726" y="0"/>
                    <a:pt x="39425" y="6878"/>
                    <a:pt x="41734" y="16619"/>
                  </a:cubicBezTo>
                </a:path>
                <a:path w="41734" h="21600" stroke="0" extrusionOk="0">
                  <a:moveTo>
                    <a:pt x="-1" y="15483"/>
                  </a:moveTo>
                  <a:cubicBezTo>
                    <a:pt x="2710" y="6302"/>
                    <a:pt x="11142" y="-1"/>
                    <a:pt x="20716" y="0"/>
                  </a:cubicBezTo>
                  <a:cubicBezTo>
                    <a:pt x="30726" y="0"/>
                    <a:pt x="39425" y="6878"/>
                    <a:pt x="41734" y="16619"/>
                  </a:cubicBezTo>
                  <a:lnTo>
                    <a:pt x="20716" y="216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97" name="Line 88">
              <a:extLst>
                <a:ext uri="{FF2B5EF4-FFF2-40B4-BE49-F238E27FC236}">
                  <a16:creationId xmlns:a16="http://schemas.microsoft.com/office/drawing/2014/main" id="{98C58CB4-113F-6B7A-35B1-4803E0B90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6" y="2959"/>
              <a:ext cx="434" cy="0"/>
            </a:xfrm>
            <a:prstGeom prst="line">
              <a:avLst/>
            </a:prstGeom>
            <a:noFill/>
            <a:ln w="38100" cap="rnd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39945" name="AutoShape 152">
            <a:extLst>
              <a:ext uri="{FF2B5EF4-FFF2-40B4-BE49-F238E27FC236}">
                <a16:creationId xmlns:a16="http://schemas.microsoft.com/office/drawing/2014/main" id="{97A756D7-6B11-F0A1-F630-5634258DA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7637463"/>
            <a:ext cx="511175" cy="511175"/>
          </a:xfrm>
          <a:prstGeom prst="rightArrow">
            <a:avLst>
              <a:gd name="adj1" fmla="val 41667"/>
              <a:gd name="adj2" fmla="val 47551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9946" name="Rectangle 132">
            <a:extLst>
              <a:ext uri="{FF2B5EF4-FFF2-40B4-BE49-F238E27FC236}">
                <a16:creationId xmlns:a16="http://schemas.microsoft.com/office/drawing/2014/main" id="{D2F4A9DD-8CE1-C270-5E85-C82E5BEAC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6765925"/>
            <a:ext cx="1136650" cy="11366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9947" name="Rectangle 131">
            <a:extLst>
              <a:ext uri="{FF2B5EF4-FFF2-40B4-BE49-F238E27FC236}">
                <a16:creationId xmlns:a16="http://schemas.microsoft.com/office/drawing/2014/main" id="{A6034269-80B7-9C9C-7AF6-F377560A9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338" y="7312025"/>
            <a:ext cx="1138237" cy="11350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pSp>
        <p:nvGrpSpPr>
          <p:cNvPr id="39948" name="Group 141">
            <a:extLst>
              <a:ext uri="{FF2B5EF4-FFF2-40B4-BE49-F238E27FC236}">
                <a16:creationId xmlns:a16="http://schemas.microsoft.com/office/drawing/2014/main" id="{4265EA94-B115-E51A-45BA-13757E92627F}"/>
              </a:ext>
            </a:extLst>
          </p:cNvPr>
          <p:cNvGrpSpPr>
            <a:grpSpLocks/>
          </p:cNvGrpSpPr>
          <p:nvPr/>
        </p:nvGrpSpPr>
        <p:grpSpPr bwMode="auto">
          <a:xfrm>
            <a:off x="1000125" y="7013575"/>
            <a:ext cx="1611313" cy="1362075"/>
            <a:chOff x="544" y="4526"/>
            <a:chExt cx="1072" cy="907"/>
          </a:xfrm>
        </p:grpSpPr>
        <p:sp>
          <p:nvSpPr>
            <p:cNvPr id="39978" name="Rectangle 94">
              <a:extLst>
                <a:ext uri="{FF2B5EF4-FFF2-40B4-BE49-F238E27FC236}">
                  <a16:creationId xmlns:a16="http://schemas.microsoft.com/office/drawing/2014/main" id="{54534F7E-5775-FF9A-3373-87052C8C5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4526"/>
              <a:ext cx="907" cy="90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79" name="Rectangle 95">
              <a:extLst>
                <a:ext uri="{FF2B5EF4-FFF2-40B4-BE49-F238E27FC236}">
                  <a16:creationId xmlns:a16="http://schemas.microsoft.com/office/drawing/2014/main" id="{013A208A-F55E-509B-7115-DA09F3A64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4957"/>
              <a:ext cx="340" cy="3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80" name="Line 96">
              <a:extLst>
                <a:ext uri="{FF2B5EF4-FFF2-40B4-BE49-F238E27FC236}">
                  <a16:creationId xmlns:a16="http://schemas.microsoft.com/office/drawing/2014/main" id="{DFFF1780-F8C4-208B-412D-0B267807D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0" y="5297"/>
              <a:ext cx="726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981" name="Line 97">
              <a:extLst>
                <a:ext uri="{FF2B5EF4-FFF2-40B4-BE49-F238E27FC236}">
                  <a16:creationId xmlns:a16="http://schemas.microsoft.com/office/drawing/2014/main" id="{5CD0B501-A0A3-7914-D6AA-46A8464BB8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0" y="4526"/>
              <a:ext cx="726" cy="4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982" name="Line 98">
              <a:extLst>
                <a:ext uri="{FF2B5EF4-FFF2-40B4-BE49-F238E27FC236}">
                  <a16:creationId xmlns:a16="http://schemas.microsoft.com/office/drawing/2014/main" id="{B936F6D8-659B-9C5C-AB84-0694886531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4" y="4526"/>
              <a:ext cx="165" cy="4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983" name="Line 99">
              <a:extLst>
                <a:ext uri="{FF2B5EF4-FFF2-40B4-BE49-F238E27FC236}">
                  <a16:creationId xmlns:a16="http://schemas.microsoft.com/office/drawing/2014/main" id="{5A70EC5C-9739-620B-E68E-8D252EA53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8" y="5297"/>
              <a:ext cx="161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9949" name="Group 121">
            <a:extLst>
              <a:ext uri="{FF2B5EF4-FFF2-40B4-BE49-F238E27FC236}">
                <a16:creationId xmlns:a16="http://schemas.microsoft.com/office/drawing/2014/main" id="{0C624F65-F62E-5DD7-9B85-C44F4B881D8C}"/>
              </a:ext>
            </a:extLst>
          </p:cNvPr>
          <p:cNvGrpSpPr>
            <a:grpSpLocks/>
          </p:cNvGrpSpPr>
          <p:nvPr/>
        </p:nvGrpSpPr>
        <p:grpSpPr bwMode="auto">
          <a:xfrm>
            <a:off x="622300" y="7716838"/>
            <a:ext cx="298450" cy="257175"/>
            <a:chOff x="96" y="1200"/>
            <a:chExt cx="1104" cy="960"/>
          </a:xfrm>
        </p:grpSpPr>
        <p:sp>
          <p:nvSpPr>
            <p:cNvPr id="39974" name="Rectangle 122">
              <a:extLst>
                <a:ext uri="{FF2B5EF4-FFF2-40B4-BE49-F238E27FC236}">
                  <a16:creationId xmlns:a16="http://schemas.microsoft.com/office/drawing/2014/main" id="{26790949-07B1-26DE-8DAA-2D849B9DC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75" name="Oval 123">
              <a:extLst>
                <a:ext uri="{FF2B5EF4-FFF2-40B4-BE49-F238E27FC236}">
                  <a16:creationId xmlns:a16="http://schemas.microsoft.com/office/drawing/2014/main" id="{CFAA7964-E9F2-BC4E-FB29-4D441FB16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76" name="AutoShape 124">
              <a:extLst>
                <a:ext uri="{FF2B5EF4-FFF2-40B4-BE49-F238E27FC236}">
                  <a16:creationId xmlns:a16="http://schemas.microsoft.com/office/drawing/2014/main" id="{7A1C369A-DF00-BEFF-9958-0C330CAD96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77" name="Oval 125">
              <a:extLst>
                <a:ext uri="{FF2B5EF4-FFF2-40B4-BE49-F238E27FC236}">
                  <a16:creationId xmlns:a16="http://schemas.microsoft.com/office/drawing/2014/main" id="{491BB13D-A283-4794-A879-57A635322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39950" name="Line 135">
            <a:extLst>
              <a:ext uri="{FF2B5EF4-FFF2-40B4-BE49-F238E27FC236}">
                <a16:creationId xmlns:a16="http://schemas.microsoft.com/office/drawing/2014/main" id="{074EA835-02E3-09F4-ECE2-64E8300C92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2338" y="6761163"/>
            <a:ext cx="625475" cy="542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51" name="Line 137">
            <a:extLst>
              <a:ext uri="{FF2B5EF4-FFF2-40B4-BE49-F238E27FC236}">
                <a16:creationId xmlns:a16="http://schemas.microsoft.com/office/drawing/2014/main" id="{B1F906AB-037D-F20B-020C-CC815A42E4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00575" y="6770688"/>
            <a:ext cx="623888" cy="542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52" name="Line 138">
            <a:extLst>
              <a:ext uri="{FF2B5EF4-FFF2-40B4-BE49-F238E27FC236}">
                <a16:creationId xmlns:a16="http://schemas.microsoft.com/office/drawing/2014/main" id="{E3157761-26B4-9323-A350-D24D592BD1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03750" y="7908925"/>
            <a:ext cx="625475" cy="542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cxnSp>
        <p:nvCxnSpPr>
          <p:cNvPr id="39953" name="AutoShape 149">
            <a:extLst>
              <a:ext uri="{FF2B5EF4-FFF2-40B4-BE49-F238E27FC236}">
                <a16:creationId xmlns:a16="http://schemas.microsoft.com/office/drawing/2014/main" id="{7EC2ED88-0C95-1FE6-23C3-051360C2D84C}"/>
              </a:ext>
            </a:extLst>
          </p:cNvPr>
          <p:cNvCxnSpPr>
            <a:cxnSpLocks noChangeShapeType="1"/>
            <a:stCxn id="39981" idx="0"/>
            <a:endCxn id="39951" idx="0"/>
          </p:cNvCxnSpPr>
          <p:nvPr/>
        </p:nvCxnSpPr>
        <p:spPr bwMode="auto">
          <a:xfrm rot="5400000" flipH="1" flipV="1">
            <a:off x="2890838" y="5953125"/>
            <a:ext cx="338138" cy="3081337"/>
          </a:xfrm>
          <a:prstGeom prst="curvedConnector3">
            <a:avLst>
              <a:gd name="adj1" fmla="val -50370"/>
            </a:avLst>
          </a:prstGeom>
          <a:noFill/>
          <a:ln w="19050" cap="rnd">
            <a:solidFill>
              <a:srgbClr val="FF00FF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4" name="AutoShape 150">
            <a:extLst>
              <a:ext uri="{FF2B5EF4-FFF2-40B4-BE49-F238E27FC236}">
                <a16:creationId xmlns:a16="http://schemas.microsoft.com/office/drawing/2014/main" id="{13B2B313-E393-CAF6-0750-4A21BD3C8343}"/>
              </a:ext>
            </a:extLst>
          </p:cNvPr>
          <p:cNvCxnSpPr>
            <a:cxnSpLocks noChangeShapeType="1"/>
            <a:stCxn id="39982" idx="1"/>
            <a:endCxn id="39950" idx="1"/>
          </p:cNvCxnSpPr>
          <p:nvPr/>
        </p:nvCxnSpPr>
        <p:spPr bwMode="auto">
          <a:xfrm rot="-5400000">
            <a:off x="2541587" y="5459413"/>
            <a:ext cx="252413" cy="2840038"/>
          </a:xfrm>
          <a:prstGeom prst="curvedConnector3">
            <a:avLst>
              <a:gd name="adj1" fmla="val 168157"/>
            </a:avLst>
          </a:prstGeom>
          <a:noFill/>
          <a:ln w="19050" cap="rnd">
            <a:solidFill>
              <a:srgbClr val="FF00FF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55" name="Text Box 92">
            <a:extLst>
              <a:ext uri="{FF2B5EF4-FFF2-40B4-BE49-F238E27FC236}">
                <a16:creationId xmlns:a16="http://schemas.microsoft.com/office/drawing/2014/main" id="{B2A63ABF-D2A6-BDCE-0B76-48BD970CD01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01750" y="7126288"/>
            <a:ext cx="566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200" b="1">
                <a:latin typeface="Times New Roman" panose="02020603050405020304" pitchFamily="18" charset="0"/>
              </a:rPr>
              <a:t>Viewing</a:t>
            </a:r>
          </a:p>
          <a:p>
            <a:pPr algn="ctr" eaLnBrk="1" hangingPunct="1"/>
            <a:r>
              <a:rPr lang="en-US" altLang="ko-KR" sz="1200" b="1">
                <a:latin typeface="Times New Roman" panose="02020603050405020304" pitchFamily="18" charset="0"/>
              </a:rPr>
              <a:t>Frustum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39956" name="Line 126">
            <a:extLst>
              <a:ext uri="{FF2B5EF4-FFF2-40B4-BE49-F238E27FC236}">
                <a16:creationId xmlns:a16="http://schemas.microsoft.com/office/drawing/2014/main" id="{818B4886-3C18-DB48-3EBC-948628CFED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03650" y="7885113"/>
            <a:ext cx="512763" cy="1587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957" name="Line 127">
            <a:extLst>
              <a:ext uri="{FF2B5EF4-FFF2-40B4-BE49-F238E27FC236}">
                <a16:creationId xmlns:a16="http://schemas.microsoft.com/office/drawing/2014/main" id="{29B02713-A4F5-4277-6340-6209F2319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2250" y="7637463"/>
            <a:ext cx="3175" cy="454025"/>
          </a:xfrm>
          <a:prstGeom prst="line">
            <a:avLst/>
          </a:prstGeom>
          <a:noFill/>
          <a:ln w="31750">
            <a:solidFill>
              <a:srgbClr val="00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958" name="Line 128">
            <a:extLst>
              <a:ext uri="{FF2B5EF4-FFF2-40B4-BE49-F238E27FC236}">
                <a16:creationId xmlns:a16="http://schemas.microsoft.com/office/drawing/2014/main" id="{814B364C-DC10-683F-1647-FDF434C2D0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2388" y="7699375"/>
            <a:ext cx="396875" cy="341313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959" name="Oval 130">
            <a:extLst>
              <a:ext uri="{FF2B5EF4-FFF2-40B4-BE49-F238E27FC236}">
                <a16:creationId xmlns:a16="http://schemas.microsoft.com/office/drawing/2014/main" id="{EC5B28A6-D467-A524-C65C-1080A6E46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7827963"/>
            <a:ext cx="112713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9960" name="Text Box 33">
            <a:extLst>
              <a:ext uri="{FF2B5EF4-FFF2-40B4-BE49-F238E27FC236}">
                <a16:creationId xmlns:a16="http://schemas.microsoft.com/office/drawing/2014/main" id="{3A5EFF5B-C4C7-75E2-EF34-4FA4731872B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713" y="4160838"/>
            <a:ext cx="5254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Camera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39961" name="Text Box 85">
            <a:extLst>
              <a:ext uri="{FF2B5EF4-FFF2-40B4-BE49-F238E27FC236}">
                <a16:creationId xmlns:a16="http://schemas.microsoft.com/office/drawing/2014/main" id="{D0651A10-93B4-39AC-CE98-46CFB26421F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68863" y="4986338"/>
            <a:ext cx="641350" cy="1825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solidFill>
                  <a:schemeClr val="accent2"/>
                </a:solidFill>
                <a:latin typeface="Times New Roman" panose="02020603050405020304" pitchFamily="18" charset="0"/>
              </a:rPr>
              <a:t>Far Plane</a:t>
            </a:r>
            <a:endParaRPr lang="en-US" altLang="ko-KR" sz="12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2" name="Text Box 89">
            <a:extLst>
              <a:ext uri="{FF2B5EF4-FFF2-40B4-BE49-F238E27FC236}">
                <a16:creationId xmlns:a16="http://schemas.microsoft.com/office/drawing/2014/main" id="{063DD9E5-C8A2-9007-845E-3CD18703ED0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63850" y="5505450"/>
            <a:ext cx="238125" cy="1825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solidFill>
                  <a:schemeClr val="accent2"/>
                </a:solidFill>
                <a:latin typeface="Times New Roman" panose="02020603050405020304" pitchFamily="18" charset="0"/>
              </a:rPr>
              <a:t>Far</a:t>
            </a:r>
            <a:endParaRPr lang="en-US" altLang="ko-KR" sz="12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3" name="Text Box 5">
            <a:extLst>
              <a:ext uri="{FF2B5EF4-FFF2-40B4-BE49-F238E27FC236}">
                <a16:creationId xmlns:a16="http://schemas.microsoft.com/office/drawing/2014/main" id="{431B0954-ACC3-8CF3-142D-A59BD67FBA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2922588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6. Projection </a:t>
            </a:r>
            <a:r>
              <a:rPr lang="ko-KR" altLang="en-US" sz="1400" b="1">
                <a:latin typeface="Times New Roman" panose="02020603050405020304" pitchFamily="18" charset="0"/>
              </a:rPr>
              <a:t>행렬</a:t>
            </a:r>
            <a:endParaRPr lang="ko-KR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39938" name="Object 40">
            <a:extLst>
              <a:ext uri="{FF2B5EF4-FFF2-40B4-BE49-F238E27FC236}">
                <a16:creationId xmlns:a16="http://schemas.microsoft.com/office/drawing/2014/main" id="{FD05CFD1-9B67-99FD-B006-034B9CE799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1750" y="1103313"/>
          <a:ext cx="4019550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9480" imgH="914400" progId="Equation.3">
                  <p:embed/>
                </p:oleObj>
              </mc:Choice>
              <mc:Fallback>
                <p:oleObj name="Equation" r:id="rId2" imgW="2679480" imgH="9144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1103313"/>
                        <a:ext cx="4019550" cy="14017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139">
            <a:extLst>
              <a:ext uri="{FF2B5EF4-FFF2-40B4-BE49-F238E27FC236}">
                <a16:creationId xmlns:a16="http://schemas.microsoft.com/office/drawing/2014/main" id="{6690D852-C588-00CB-AAC5-383C6F3052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1300" y="8482013"/>
          <a:ext cx="895350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880" imgH="203040" progId="Equation.3">
                  <p:embed/>
                </p:oleObj>
              </mc:Choice>
              <mc:Fallback>
                <p:oleObj name="Equation" r:id="rId4" imgW="596880" imgH="203040" progId="Equation.3">
                  <p:embed/>
                  <p:pic>
                    <p:nvPicPr>
                      <p:cNvPr id="0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8482013"/>
                        <a:ext cx="895350" cy="309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140">
            <a:extLst>
              <a:ext uri="{FF2B5EF4-FFF2-40B4-BE49-F238E27FC236}">
                <a16:creationId xmlns:a16="http://schemas.microsoft.com/office/drawing/2014/main" id="{1FD7BA3A-5C74-E78C-C9A8-F333CF6371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0663" y="6465888"/>
          <a:ext cx="552450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280" imgH="203040" progId="Equation.3">
                  <p:embed/>
                </p:oleObj>
              </mc:Choice>
              <mc:Fallback>
                <p:oleObj name="Equation" r:id="rId6" imgW="368280" imgH="203040" progId="Equation.3">
                  <p:embed/>
                  <p:pic>
                    <p:nvPicPr>
                      <p:cNvPr id="0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3" y="6465888"/>
                        <a:ext cx="552450" cy="309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113">
            <a:extLst>
              <a:ext uri="{FF2B5EF4-FFF2-40B4-BE49-F238E27FC236}">
                <a16:creationId xmlns:a16="http://schemas.microsoft.com/office/drawing/2014/main" id="{1F9C9917-B124-4C97-7442-C570727B2F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0475" y="7994650"/>
          <a:ext cx="103188" cy="14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120" imgH="164880" progId="Equation.3">
                  <p:embed/>
                </p:oleObj>
              </mc:Choice>
              <mc:Fallback>
                <p:oleObj name="Equation" r:id="rId8" imgW="114120" imgH="164880" progId="Equation.3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7994650"/>
                        <a:ext cx="103188" cy="1476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114">
            <a:extLst>
              <a:ext uri="{FF2B5EF4-FFF2-40B4-BE49-F238E27FC236}">
                <a16:creationId xmlns:a16="http://schemas.microsoft.com/office/drawing/2014/main" id="{BEAAD3E9-4DDA-072B-0769-11E7BD3E5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9038" y="7777163"/>
          <a:ext cx="114300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64880" progId="Equation.3">
                  <p:embed/>
                </p:oleObj>
              </mc:Choice>
              <mc:Fallback>
                <p:oleObj name="Equation" r:id="rId10" imgW="126720" imgH="164880" progId="Equation.3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038" y="7777163"/>
                        <a:ext cx="114300" cy="1492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115">
            <a:extLst>
              <a:ext uri="{FF2B5EF4-FFF2-40B4-BE49-F238E27FC236}">
                <a16:creationId xmlns:a16="http://schemas.microsoft.com/office/drawing/2014/main" id="{C4EB2FA2-40B4-B438-0067-815A882D3F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2725" y="8048625"/>
          <a:ext cx="112713" cy="18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203040" progId="Equation.3">
                  <p:embed/>
                </p:oleObj>
              </mc:Choice>
              <mc:Fallback>
                <p:oleObj name="Equation" r:id="rId12" imgW="126720" imgH="203040" progId="Equation.3">
                  <p:embed/>
                  <p:pic>
                    <p:nvPicPr>
                      <p:cNvPr id="0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725" y="8048625"/>
                        <a:ext cx="112713" cy="182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4" name="Text Box 87">
            <a:extLst>
              <a:ext uri="{FF2B5EF4-FFF2-40B4-BE49-F238E27FC236}">
                <a16:creationId xmlns:a16="http://schemas.microsoft.com/office/drawing/2014/main" id="{56C90A9B-1EF4-4F72-1B80-C964DB5C638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17713" y="4089400"/>
            <a:ext cx="725487" cy="1825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solidFill>
                  <a:srgbClr val="FF0000"/>
                </a:solidFill>
                <a:latin typeface="Times New Roman" panose="02020603050405020304" pitchFamily="18" charset="0"/>
              </a:rPr>
              <a:t>Near Plane</a:t>
            </a:r>
            <a:endParaRPr lang="en-US" altLang="ko-KR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9965" name="Group 80">
            <a:extLst>
              <a:ext uri="{FF2B5EF4-FFF2-40B4-BE49-F238E27FC236}">
                <a16:creationId xmlns:a16="http://schemas.microsoft.com/office/drawing/2014/main" id="{CAD9FF4F-5A18-4C7B-1A8C-9782722B327D}"/>
              </a:ext>
            </a:extLst>
          </p:cNvPr>
          <p:cNvGrpSpPr>
            <a:grpSpLocks/>
          </p:cNvGrpSpPr>
          <p:nvPr/>
        </p:nvGrpSpPr>
        <p:grpSpPr bwMode="auto">
          <a:xfrm>
            <a:off x="1233488" y="4348163"/>
            <a:ext cx="542925" cy="469900"/>
            <a:chOff x="96" y="1200"/>
            <a:chExt cx="1104" cy="960"/>
          </a:xfrm>
        </p:grpSpPr>
        <p:sp>
          <p:nvSpPr>
            <p:cNvPr id="39970" name="Rectangle 81">
              <a:extLst>
                <a:ext uri="{FF2B5EF4-FFF2-40B4-BE49-F238E27FC236}">
                  <a16:creationId xmlns:a16="http://schemas.microsoft.com/office/drawing/2014/main" id="{79E5615E-BBDE-FD3C-0A7F-3395441CB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71" name="Oval 82">
              <a:extLst>
                <a:ext uri="{FF2B5EF4-FFF2-40B4-BE49-F238E27FC236}">
                  <a16:creationId xmlns:a16="http://schemas.microsoft.com/office/drawing/2014/main" id="{C2202A11-0AE5-9C6B-BA5C-87AF694D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72" name="AutoShape 83">
              <a:extLst>
                <a:ext uri="{FF2B5EF4-FFF2-40B4-BE49-F238E27FC236}">
                  <a16:creationId xmlns:a16="http://schemas.microsoft.com/office/drawing/2014/main" id="{F576A297-4B8A-D5E7-7B4E-6A38B6121F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39973" name="Oval 84">
              <a:extLst>
                <a:ext uri="{FF2B5EF4-FFF2-40B4-BE49-F238E27FC236}">
                  <a16:creationId xmlns:a16="http://schemas.microsoft.com/office/drawing/2014/main" id="{312371F4-C4D9-01CE-6B11-7DAC39685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39966" name="Text Box 91">
            <a:extLst>
              <a:ext uri="{FF2B5EF4-FFF2-40B4-BE49-F238E27FC236}">
                <a16:creationId xmlns:a16="http://schemas.microsoft.com/office/drawing/2014/main" id="{0EBAAEDC-D1E8-96E4-484B-A0C7D19509A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800225" y="4905375"/>
            <a:ext cx="331788" cy="1920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solidFill>
                  <a:srgbClr val="FF0000"/>
                </a:solidFill>
                <a:latin typeface="Times New Roman" panose="02020603050405020304" pitchFamily="18" charset="0"/>
              </a:rPr>
              <a:t>Near</a:t>
            </a:r>
            <a:endParaRPr lang="en-US" altLang="ko-KR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7" name="Oval 161">
            <a:extLst>
              <a:ext uri="{FF2B5EF4-FFF2-40B4-BE49-F238E27FC236}">
                <a16:creationId xmlns:a16="http://schemas.microsoft.com/office/drawing/2014/main" id="{3B76A6F7-348B-9614-8337-313EE70DB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3" y="8396288"/>
            <a:ext cx="112712" cy="1143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9968" name="Oval 162">
            <a:extLst>
              <a:ext uri="{FF2B5EF4-FFF2-40B4-BE49-F238E27FC236}">
                <a16:creationId xmlns:a16="http://schemas.microsoft.com/office/drawing/2014/main" id="{E8F19DEF-3206-9735-363C-CD2CCB1AA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0" y="6708775"/>
            <a:ext cx="112713" cy="1143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9969" name="Text Box 151">
            <a:extLst>
              <a:ext uri="{FF2B5EF4-FFF2-40B4-BE49-F238E27FC236}">
                <a16:creationId xmlns:a16="http://schemas.microsoft.com/office/drawing/2014/main" id="{46C15F69-8CAE-8B5A-CFF9-E994AD9F13B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78388" y="3867150"/>
            <a:ext cx="5667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200" b="1">
                <a:latin typeface="Times New Roman" panose="02020603050405020304" pitchFamily="18" charset="0"/>
              </a:rPr>
              <a:t>Viewing</a:t>
            </a:r>
          </a:p>
          <a:p>
            <a:pPr algn="ctr" eaLnBrk="1" hangingPunct="1"/>
            <a:r>
              <a:rPr lang="en-US" altLang="ko-KR" sz="1200" b="1">
                <a:latin typeface="Times New Roman" panose="02020603050405020304" pitchFamily="18" charset="0"/>
              </a:rPr>
              <a:t>Frustum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6" name="Line 204">
            <a:extLst>
              <a:ext uri="{FF2B5EF4-FFF2-40B4-BE49-F238E27FC236}">
                <a16:creationId xmlns:a16="http://schemas.microsoft.com/office/drawing/2014/main" id="{CABE89C4-753F-1B29-C76F-4026338FF6DA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551906" y="7382669"/>
            <a:ext cx="1458913" cy="2022475"/>
          </a:xfrm>
          <a:prstGeom prst="line">
            <a:avLst/>
          </a:prstGeom>
          <a:noFill/>
          <a:ln w="19050" cap="rnd">
            <a:solidFill>
              <a:schemeClr val="accent2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0962" name="Object 2">
            <a:extLst>
              <a:ext uri="{FF2B5EF4-FFF2-40B4-BE49-F238E27FC236}">
                <a16:creationId xmlns:a16="http://schemas.microsoft.com/office/drawing/2014/main" id="{2DF56559-29E4-945F-236B-3821856429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2600" y="2073275"/>
          <a:ext cx="5715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80" imgH="228600" progId="Equation.3">
                  <p:embed/>
                </p:oleObj>
              </mc:Choice>
              <mc:Fallback>
                <p:oleObj name="Equation" r:id="rId2" imgW="3808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2073275"/>
                        <a:ext cx="571500" cy="35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4">
            <a:extLst>
              <a:ext uri="{FF2B5EF4-FFF2-40B4-BE49-F238E27FC236}">
                <a16:creationId xmlns:a16="http://schemas.microsoft.com/office/drawing/2014/main" id="{68BA11ED-55C5-0341-A6DC-2A732B21E3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513" y="1001713"/>
          <a:ext cx="5905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480" imgH="228600" progId="Equation.3">
                  <p:embed/>
                </p:oleObj>
              </mc:Choice>
              <mc:Fallback>
                <p:oleObj name="Equation" r:id="rId4" imgW="3934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1001713"/>
                        <a:ext cx="590550" cy="350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7" name="Text Box 33">
            <a:extLst>
              <a:ext uri="{FF2B5EF4-FFF2-40B4-BE49-F238E27FC236}">
                <a16:creationId xmlns:a16="http://schemas.microsoft.com/office/drawing/2014/main" id="{29F85E2A-2AAA-56CF-14CA-2026BC69093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1075" y="2505075"/>
            <a:ext cx="5254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Camera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40978" name="Line 67">
            <a:extLst>
              <a:ext uri="{FF2B5EF4-FFF2-40B4-BE49-F238E27FC236}">
                <a16:creationId xmlns:a16="http://schemas.microsoft.com/office/drawing/2014/main" id="{C4351773-98C8-7F8F-DD00-E04CE7DEE2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6975" y="1463675"/>
            <a:ext cx="0" cy="762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79" name="Arc 74">
            <a:extLst>
              <a:ext uri="{FF2B5EF4-FFF2-40B4-BE49-F238E27FC236}">
                <a16:creationId xmlns:a16="http://schemas.microsoft.com/office/drawing/2014/main" id="{F1A19998-5A7A-9834-D716-894899F76428}"/>
              </a:ext>
            </a:extLst>
          </p:cNvPr>
          <p:cNvSpPr>
            <a:spLocks/>
          </p:cNvSpPr>
          <p:nvPr/>
        </p:nvSpPr>
        <p:spPr bwMode="auto">
          <a:xfrm>
            <a:off x="1787525" y="1976438"/>
            <a:ext cx="142875" cy="261937"/>
          </a:xfrm>
          <a:custGeom>
            <a:avLst/>
            <a:gdLst>
              <a:gd name="T0" fmla="*/ 460107 w 21530"/>
              <a:gd name="T1" fmla="*/ 0 h 18905"/>
              <a:gd name="T2" fmla="*/ 948131 w 21530"/>
              <a:gd name="T3" fmla="*/ 3296568 h 18905"/>
              <a:gd name="T4" fmla="*/ 0 w 21530"/>
              <a:gd name="T5" fmla="*/ 3629250 h 18905"/>
              <a:gd name="T6" fmla="*/ 0 60000 65536"/>
              <a:gd name="T7" fmla="*/ 0 60000 65536"/>
              <a:gd name="T8" fmla="*/ 0 60000 65536"/>
              <a:gd name="T9" fmla="*/ 0 w 21530"/>
              <a:gd name="T10" fmla="*/ 0 h 18905"/>
              <a:gd name="T11" fmla="*/ 21530 w 21530"/>
              <a:gd name="T12" fmla="*/ 18905 h 189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30" h="18905" fill="none" extrusionOk="0">
                <a:moveTo>
                  <a:pt x="10448" y="-1"/>
                </a:moveTo>
                <a:cubicBezTo>
                  <a:pt x="16787" y="3503"/>
                  <a:pt x="20949" y="9951"/>
                  <a:pt x="21530" y="17171"/>
                </a:cubicBezTo>
              </a:path>
              <a:path w="21530" h="18905" stroke="0" extrusionOk="0">
                <a:moveTo>
                  <a:pt x="10448" y="-1"/>
                </a:moveTo>
                <a:cubicBezTo>
                  <a:pt x="16787" y="3503"/>
                  <a:pt x="20949" y="9951"/>
                  <a:pt x="21530" y="17171"/>
                </a:cubicBezTo>
                <a:lnTo>
                  <a:pt x="0" y="18905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/>
          </a:p>
        </p:txBody>
      </p:sp>
      <p:graphicFrame>
        <p:nvGraphicFramePr>
          <p:cNvPr id="40964" name="Object 75">
            <a:extLst>
              <a:ext uri="{FF2B5EF4-FFF2-40B4-BE49-F238E27FC236}">
                <a16:creationId xmlns:a16="http://schemas.microsoft.com/office/drawing/2014/main" id="{2237D490-C4E9-A1BA-7F02-B2A98ECE1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1497013"/>
          <a:ext cx="4175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240" imgH="393480" progId="Equation.3">
                  <p:embed/>
                </p:oleObj>
              </mc:Choice>
              <mc:Fallback>
                <p:oleObj name="Equation" r:id="rId6" imgW="444240" imgH="39348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497013"/>
                        <a:ext cx="4175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0" name="Line 80">
            <a:extLst>
              <a:ext uri="{FF2B5EF4-FFF2-40B4-BE49-F238E27FC236}">
                <a16:creationId xmlns:a16="http://schemas.microsoft.com/office/drawing/2014/main" id="{7B8CFE0C-DE08-AB5E-04E1-8764E30A335A}"/>
              </a:ext>
            </a:extLst>
          </p:cNvPr>
          <p:cNvSpPr>
            <a:spLocks noChangeShapeType="1"/>
          </p:cNvSpPr>
          <p:nvPr/>
        </p:nvSpPr>
        <p:spPr bwMode="auto">
          <a:xfrm rot="-1200000">
            <a:off x="1101725" y="1690688"/>
            <a:ext cx="3059113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81" name="Line 81">
            <a:extLst>
              <a:ext uri="{FF2B5EF4-FFF2-40B4-BE49-F238E27FC236}">
                <a16:creationId xmlns:a16="http://schemas.microsoft.com/office/drawing/2014/main" id="{4683A9CD-371F-F836-4875-D25ED0684F68}"/>
              </a:ext>
            </a:extLst>
          </p:cNvPr>
          <p:cNvSpPr>
            <a:spLocks noChangeShapeType="1"/>
          </p:cNvSpPr>
          <p:nvPr/>
        </p:nvSpPr>
        <p:spPr bwMode="auto">
          <a:xfrm rot="1200000">
            <a:off x="1103313" y="2741613"/>
            <a:ext cx="30591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82" name="Line 79">
            <a:extLst>
              <a:ext uri="{FF2B5EF4-FFF2-40B4-BE49-F238E27FC236}">
                <a16:creationId xmlns:a16="http://schemas.microsoft.com/office/drawing/2014/main" id="{81DCAEF8-E2EE-2074-00CD-8443E2A32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6975" y="2217738"/>
            <a:ext cx="3059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83" name="Line 82">
            <a:extLst>
              <a:ext uri="{FF2B5EF4-FFF2-40B4-BE49-F238E27FC236}">
                <a16:creationId xmlns:a16="http://schemas.microsoft.com/office/drawing/2014/main" id="{3276FB09-5907-ED41-807D-67DDF03F9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8550" y="1784350"/>
            <a:ext cx="0" cy="860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84" name="Line 83">
            <a:extLst>
              <a:ext uri="{FF2B5EF4-FFF2-40B4-BE49-F238E27FC236}">
                <a16:creationId xmlns:a16="http://schemas.microsoft.com/office/drawing/2014/main" id="{5947566F-B18A-85C1-1092-92EBF5D6E5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2988" y="1333500"/>
            <a:ext cx="14287" cy="1762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0965" name="Object 84">
            <a:extLst>
              <a:ext uri="{FF2B5EF4-FFF2-40B4-BE49-F238E27FC236}">
                <a16:creationId xmlns:a16="http://schemas.microsoft.com/office/drawing/2014/main" id="{4D9306DD-5EA6-8D40-DC83-5B858EDCA9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5038" y="3378200"/>
          <a:ext cx="4572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228600" progId="Equation.3">
                  <p:embed/>
                </p:oleObj>
              </mc:Choice>
              <mc:Fallback>
                <p:oleObj name="Equation" r:id="rId8" imgW="304560" imgH="228600" progId="Equation.3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3378200"/>
                        <a:ext cx="457200" cy="35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85">
            <a:extLst>
              <a:ext uri="{FF2B5EF4-FFF2-40B4-BE49-F238E27FC236}">
                <a16:creationId xmlns:a16="http://schemas.microsoft.com/office/drawing/2014/main" id="{21A618A6-C1D7-7C1E-D71A-D909210412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3763" y="3378200"/>
          <a:ext cx="3810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800" imgH="228600" progId="Equation.3">
                  <p:embed/>
                </p:oleObj>
              </mc:Choice>
              <mc:Fallback>
                <p:oleObj name="Equation" r:id="rId10" imgW="253800" imgH="228600" progId="Equation.3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3378200"/>
                        <a:ext cx="381000" cy="35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5" name="Line 86">
            <a:extLst>
              <a:ext uri="{FF2B5EF4-FFF2-40B4-BE49-F238E27FC236}">
                <a16:creationId xmlns:a16="http://schemas.microsoft.com/office/drawing/2014/main" id="{FE2D9AF5-D391-2965-068D-1CD894C8B2BD}"/>
              </a:ext>
            </a:extLst>
          </p:cNvPr>
          <p:cNvSpPr>
            <a:spLocks noChangeShapeType="1"/>
          </p:cNvSpPr>
          <p:nvPr/>
        </p:nvSpPr>
        <p:spPr bwMode="auto">
          <a:xfrm rot="-1200000">
            <a:off x="2317750" y="1568450"/>
            <a:ext cx="1327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86" name="Line 87">
            <a:extLst>
              <a:ext uri="{FF2B5EF4-FFF2-40B4-BE49-F238E27FC236}">
                <a16:creationId xmlns:a16="http://schemas.microsoft.com/office/drawing/2014/main" id="{F09905FD-B140-AD3B-F149-35B0F93691F7}"/>
              </a:ext>
            </a:extLst>
          </p:cNvPr>
          <p:cNvSpPr>
            <a:spLocks noChangeShapeType="1"/>
          </p:cNvSpPr>
          <p:nvPr/>
        </p:nvSpPr>
        <p:spPr bwMode="auto">
          <a:xfrm rot="1200000">
            <a:off x="2314575" y="2859088"/>
            <a:ext cx="13033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0987" name="Group 9">
            <a:extLst>
              <a:ext uri="{FF2B5EF4-FFF2-40B4-BE49-F238E27FC236}">
                <a16:creationId xmlns:a16="http://schemas.microsoft.com/office/drawing/2014/main" id="{FCC27215-2113-86C8-9EFD-EBCFD796836B}"/>
              </a:ext>
            </a:extLst>
          </p:cNvPr>
          <p:cNvGrpSpPr>
            <a:grpSpLocks/>
          </p:cNvGrpSpPr>
          <p:nvPr/>
        </p:nvGrpSpPr>
        <p:grpSpPr bwMode="auto">
          <a:xfrm>
            <a:off x="1050925" y="1995488"/>
            <a:ext cx="381000" cy="330200"/>
            <a:chOff x="96" y="1200"/>
            <a:chExt cx="1104" cy="960"/>
          </a:xfrm>
        </p:grpSpPr>
        <p:sp>
          <p:nvSpPr>
            <p:cNvPr id="41030" name="Rectangle 10">
              <a:extLst>
                <a:ext uri="{FF2B5EF4-FFF2-40B4-BE49-F238E27FC236}">
                  <a16:creationId xmlns:a16="http://schemas.microsoft.com/office/drawing/2014/main" id="{DD7A9A41-97A9-1BE4-8CF6-B37943B17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31" name="Oval 11">
              <a:extLst>
                <a:ext uri="{FF2B5EF4-FFF2-40B4-BE49-F238E27FC236}">
                  <a16:creationId xmlns:a16="http://schemas.microsoft.com/office/drawing/2014/main" id="{2F43488E-1D55-0EC4-B0E8-894E81CED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32" name="AutoShape 12">
              <a:extLst>
                <a:ext uri="{FF2B5EF4-FFF2-40B4-BE49-F238E27FC236}">
                  <a16:creationId xmlns:a16="http://schemas.microsoft.com/office/drawing/2014/main" id="{0CD53055-4A20-E2EF-3B87-E4EACB42DC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33" name="Oval 13">
              <a:extLst>
                <a:ext uri="{FF2B5EF4-FFF2-40B4-BE49-F238E27FC236}">
                  <a16:creationId xmlns:a16="http://schemas.microsoft.com/office/drawing/2014/main" id="{9A9B8A84-78C4-E8B5-AC5D-7C5FA4799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40988" name="Line 89">
            <a:extLst>
              <a:ext uri="{FF2B5EF4-FFF2-40B4-BE49-F238E27FC236}">
                <a16:creationId xmlns:a16="http://schemas.microsoft.com/office/drawing/2014/main" id="{2A087C76-7066-2EF0-49B4-F79C05227C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8550" y="2614613"/>
            <a:ext cx="0" cy="817562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89" name="Line 90">
            <a:extLst>
              <a:ext uri="{FF2B5EF4-FFF2-40B4-BE49-F238E27FC236}">
                <a16:creationId xmlns:a16="http://schemas.microsoft.com/office/drawing/2014/main" id="{D819042B-7216-CB08-529B-44249A177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8225" y="307181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90" name="Text Box 91">
            <a:extLst>
              <a:ext uri="{FF2B5EF4-FFF2-40B4-BE49-F238E27FC236}">
                <a16:creationId xmlns:a16="http://schemas.microsoft.com/office/drawing/2014/main" id="{D17F314C-B9F1-5878-8C07-C84ED0592F5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762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7. </a:t>
            </a:r>
            <a:r>
              <a:rPr lang="ko-KR" altLang="en-US" sz="1400" b="1">
                <a:latin typeface="Times New Roman" panose="02020603050405020304" pitchFamily="18" charset="0"/>
              </a:rPr>
              <a:t>카메라의 </a:t>
            </a:r>
            <a:r>
              <a:rPr lang="en-US" altLang="ko-KR" sz="1400" b="1">
                <a:latin typeface="Times New Roman" panose="02020603050405020304" pitchFamily="18" charset="0"/>
              </a:rPr>
              <a:t>FOV</a:t>
            </a:r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40991" name="Text Box 92">
            <a:extLst>
              <a:ext uri="{FF2B5EF4-FFF2-40B4-BE49-F238E27FC236}">
                <a16:creationId xmlns:a16="http://schemas.microsoft.com/office/drawing/2014/main" id="{28A30BA6-15C9-6C71-45BC-7CD3367A9B2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384175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8. </a:t>
            </a:r>
            <a:r>
              <a:rPr lang="ko-KR" altLang="en-US" sz="1400" b="1">
                <a:latin typeface="Times New Roman" panose="02020603050405020304" pitchFamily="18" charset="0"/>
              </a:rPr>
              <a:t>카메라의 이동</a:t>
            </a:r>
            <a:endParaRPr lang="ko-KR" altLang="en-US" sz="1400">
              <a:latin typeface="Times New Roman" panose="02020603050405020304" pitchFamily="18" charset="0"/>
            </a:endParaRPr>
          </a:p>
        </p:txBody>
      </p:sp>
      <p:sp>
        <p:nvSpPr>
          <p:cNvPr id="40992" name="Line 126">
            <a:extLst>
              <a:ext uri="{FF2B5EF4-FFF2-40B4-BE49-F238E27FC236}">
                <a16:creationId xmlns:a16="http://schemas.microsoft.com/office/drawing/2014/main" id="{AA394F4A-A03B-97A2-001E-8E5E2EDA30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89050" y="4556125"/>
            <a:ext cx="484188" cy="172878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0993" name="Line 127">
            <a:extLst>
              <a:ext uri="{FF2B5EF4-FFF2-40B4-BE49-F238E27FC236}">
                <a16:creationId xmlns:a16="http://schemas.microsoft.com/office/drawing/2014/main" id="{90C1DC60-065F-25F1-83C9-20D1F7A2F8A0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007395" y="4434681"/>
            <a:ext cx="2589212" cy="1609725"/>
          </a:xfrm>
          <a:prstGeom prst="line">
            <a:avLst/>
          </a:prstGeom>
          <a:noFill/>
          <a:ln w="19050" cap="rnd">
            <a:solidFill>
              <a:schemeClr val="accent2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0994" name="Line 133">
            <a:extLst>
              <a:ext uri="{FF2B5EF4-FFF2-40B4-BE49-F238E27FC236}">
                <a16:creationId xmlns:a16="http://schemas.microsoft.com/office/drawing/2014/main" id="{AEBC2CB2-7AE5-76B0-319A-419CDE1047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68413" y="5419725"/>
            <a:ext cx="2376487" cy="865188"/>
          </a:xfrm>
          <a:prstGeom prst="line">
            <a:avLst/>
          </a:prstGeom>
          <a:noFill/>
          <a:ln w="38100">
            <a:solidFill>
              <a:srgbClr val="808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0967" name="Object 134">
            <a:extLst>
              <a:ext uri="{FF2B5EF4-FFF2-40B4-BE49-F238E27FC236}">
                <a16:creationId xmlns:a16="http://schemas.microsoft.com/office/drawing/2014/main" id="{B4E32007-DE8C-5452-F502-D69EDB24D0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7425" y="5924550"/>
          <a:ext cx="190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215640" progId="Equation.3">
                  <p:embed/>
                </p:oleObj>
              </mc:Choice>
              <mc:Fallback>
                <p:oleObj name="Equation" r:id="rId12" imgW="126720" imgH="215640" progId="Equation.3">
                  <p:embed/>
                  <p:pic>
                    <p:nvPicPr>
                      <p:cNvPr id="0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425" y="5924550"/>
                        <a:ext cx="1905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5" name="Text Box 135">
            <a:extLst>
              <a:ext uri="{FF2B5EF4-FFF2-40B4-BE49-F238E27FC236}">
                <a16:creationId xmlns:a16="http://schemas.microsoft.com/office/drawing/2014/main" id="{33FAA24A-B46E-46C1-9E0D-4369A5627F6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49500" y="4268788"/>
            <a:ext cx="5254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Camera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40996" name="Line 136">
            <a:extLst>
              <a:ext uri="{FF2B5EF4-FFF2-40B4-BE49-F238E27FC236}">
                <a16:creationId xmlns:a16="http://schemas.microsoft.com/office/drawing/2014/main" id="{52E5AAB3-6BB1-16D3-814D-4CF136E676A5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012950" y="4540251"/>
            <a:ext cx="331787" cy="207962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0968" name="Object 139">
            <a:extLst>
              <a:ext uri="{FF2B5EF4-FFF2-40B4-BE49-F238E27FC236}">
                <a16:creationId xmlns:a16="http://schemas.microsoft.com/office/drawing/2014/main" id="{A9875804-ADF5-CABE-ACC8-B463A108A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3775" y="4914900"/>
          <a:ext cx="4191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360" imgH="241200" progId="Equation.3">
                  <p:embed/>
                </p:oleObj>
              </mc:Choice>
              <mc:Fallback>
                <p:oleObj name="Equation" r:id="rId14" imgW="279360" imgH="241200" progId="Equation.3">
                  <p:embed/>
                  <p:pic>
                    <p:nvPicPr>
                      <p:cNvPr id="0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4914900"/>
                        <a:ext cx="419100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140">
            <a:extLst>
              <a:ext uri="{FF2B5EF4-FFF2-40B4-BE49-F238E27FC236}">
                <a16:creationId xmlns:a16="http://schemas.microsoft.com/office/drawing/2014/main" id="{7E9A4B81-5C83-9A9C-A16A-5D867906A4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4175" y="6140450"/>
          <a:ext cx="5524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68280" imgH="215640" progId="Equation.3">
                  <p:embed/>
                </p:oleObj>
              </mc:Choice>
              <mc:Fallback>
                <p:oleObj name="Equation" r:id="rId16" imgW="368280" imgH="215640" progId="Equation.3">
                  <p:embed/>
                  <p:pic>
                    <p:nvPicPr>
                      <p:cNvPr id="0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6140450"/>
                        <a:ext cx="552450" cy="331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97" name="Group 145">
            <a:extLst>
              <a:ext uri="{FF2B5EF4-FFF2-40B4-BE49-F238E27FC236}">
                <a16:creationId xmlns:a16="http://schemas.microsoft.com/office/drawing/2014/main" id="{0CFBB915-19C6-C1C3-B915-C5D9415E40D4}"/>
              </a:ext>
            </a:extLst>
          </p:cNvPr>
          <p:cNvGrpSpPr>
            <a:grpSpLocks/>
          </p:cNvGrpSpPr>
          <p:nvPr/>
        </p:nvGrpSpPr>
        <p:grpSpPr bwMode="auto">
          <a:xfrm rot="1800000">
            <a:off x="2708275" y="4789488"/>
            <a:ext cx="381000" cy="330200"/>
            <a:chOff x="96" y="1200"/>
            <a:chExt cx="1104" cy="960"/>
          </a:xfrm>
        </p:grpSpPr>
        <p:sp>
          <p:nvSpPr>
            <p:cNvPr id="41026" name="Rectangle 146">
              <a:extLst>
                <a:ext uri="{FF2B5EF4-FFF2-40B4-BE49-F238E27FC236}">
                  <a16:creationId xmlns:a16="http://schemas.microsoft.com/office/drawing/2014/main" id="{53406A44-A8DC-2615-9A11-28D3AE363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27" name="Oval 147">
              <a:extLst>
                <a:ext uri="{FF2B5EF4-FFF2-40B4-BE49-F238E27FC236}">
                  <a16:creationId xmlns:a16="http://schemas.microsoft.com/office/drawing/2014/main" id="{4383F5BB-FEFC-B134-C1E0-42E62BA69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28" name="AutoShape 148">
              <a:extLst>
                <a:ext uri="{FF2B5EF4-FFF2-40B4-BE49-F238E27FC236}">
                  <a16:creationId xmlns:a16="http://schemas.microsoft.com/office/drawing/2014/main" id="{A75A9007-C196-875B-6E6C-30E503F38F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29" name="Oval 149">
              <a:extLst>
                <a:ext uri="{FF2B5EF4-FFF2-40B4-BE49-F238E27FC236}">
                  <a16:creationId xmlns:a16="http://schemas.microsoft.com/office/drawing/2014/main" id="{0694A177-BE8A-02BD-7C24-43920DD54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40998" name="Line 150">
            <a:extLst>
              <a:ext uri="{FF2B5EF4-FFF2-40B4-BE49-F238E27FC236}">
                <a16:creationId xmlns:a16="http://schemas.microsoft.com/office/drawing/2014/main" id="{039F4407-29CE-1C71-BFCC-94FC039AB0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68413" y="5851525"/>
            <a:ext cx="3168650" cy="433388"/>
          </a:xfrm>
          <a:prstGeom prst="line">
            <a:avLst/>
          </a:prstGeom>
          <a:noFill/>
          <a:ln w="38100">
            <a:solidFill>
              <a:srgbClr val="808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0999" name="Line 151">
            <a:extLst>
              <a:ext uri="{FF2B5EF4-FFF2-40B4-BE49-F238E27FC236}">
                <a16:creationId xmlns:a16="http://schemas.microsoft.com/office/drawing/2014/main" id="{75A5AFDB-135E-1397-AC5B-2818EE7174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68413" y="5059363"/>
            <a:ext cx="1439862" cy="122555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0970" name="Object 152">
            <a:extLst>
              <a:ext uri="{FF2B5EF4-FFF2-40B4-BE49-F238E27FC236}">
                <a16:creationId xmlns:a16="http://schemas.microsoft.com/office/drawing/2014/main" id="{594CBAE1-051A-179C-CC06-B07DD4C16D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7425" y="5635625"/>
          <a:ext cx="5715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0880" imgH="228600" progId="Equation.3">
                  <p:embed/>
                </p:oleObj>
              </mc:Choice>
              <mc:Fallback>
                <p:oleObj name="Equation" r:id="rId18" imgW="380880" imgH="228600" progId="Equation.3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5" y="5635625"/>
                        <a:ext cx="571500" cy="35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00" name="Group 128">
            <a:extLst>
              <a:ext uri="{FF2B5EF4-FFF2-40B4-BE49-F238E27FC236}">
                <a16:creationId xmlns:a16="http://schemas.microsoft.com/office/drawing/2014/main" id="{EFFCD8D7-AB90-C146-0016-2732DFA0BE27}"/>
              </a:ext>
            </a:extLst>
          </p:cNvPr>
          <p:cNvGrpSpPr>
            <a:grpSpLocks/>
          </p:cNvGrpSpPr>
          <p:nvPr/>
        </p:nvGrpSpPr>
        <p:grpSpPr bwMode="auto">
          <a:xfrm rot="1800000">
            <a:off x="1706563" y="4259263"/>
            <a:ext cx="381000" cy="330200"/>
            <a:chOff x="96" y="1200"/>
            <a:chExt cx="1104" cy="960"/>
          </a:xfrm>
        </p:grpSpPr>
        <p:sp>
          <p:nvSpPr>
            <p:cNvPr id="41022" name="Rectangle 129">
              <a:extLst>
                <a:ext uri="{FF2B5EF4-FFF2-40B4-BE49-F238E27FC236}">
                  <a16:creationId xmlns:a16="http://schemas.microsoft.com/office/drawing/2014/main" id="{80300108-5C7C-D9F0-8645-CB59123B4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23" name="Oval 130">
              <a:extLst>
                <a:ext uri="{FF2B5EF4-FFF2-40B4-BE49-F238E27FC236}">
                  <a16:creationId xmlns:a16="http://schemas.microsoft.com/office/drawing/2014/main" id="{C30F9A91-2CA9-1C77-8146-65DFD36F8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24" name="AutoShape 131">
              <a:extLst>
                <a:ext uri="{FF2B5EF4-FFF2-40B4-BE49-F238E27FC236}">
                  <a16:creationId xmlns:a16="http://schemas.microsoft.com/office/drawing/2014/main" id="{62FF931D-BAD8-B887-3D74-782BF8ABD5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25" name="Oval 132">
              <a:extLst>
                <a:ext uri="{FF2B5EF4-FFF2-40B4-BE49-F238E27FC236}">
                  <a16:creationId xmlns:a16="http://schemas.microsoft.com/office/drawing/2014/main" id="{D4F7A8F3-FA44-6512-87FD-3867E74C2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41001" name="Oval 141">
            <a:extLst>
              <a:ext uri="{FF2B5EF4-FFF2-40B4-BE49-F238E27FC236}">
                <a16:creationId xmlns:a16="http://schemas.microsoft.com/office/drawing/2014/main" id="{A17A6E23-B3F0-4015-9E6A-712AFF42E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5" y="6211888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1002" name="Line 153">
            <a:extLst>
              <a:ext uri="{FF2B5EF4-FFF2-40B4-BE49-F238E27FC236}">
                <a16:creationId xmlns:a16="http://schemas.microsoft.com/office/drawing/2014/main" id="{BB768929-011B-2681-F5C2-5FD1C3853A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0788" y="7551738"/>
            <a:ext cx="120650" cy="1516062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1003" name="Line 154">
            <a:extLst>
              <a:ext uri="{FF2B5EF4-FFF2-40B4-BE49-F238E27FC236}">
                <a16:creationId xmlns:a16="http://schemas.microsoft.com/office/drawing/2014/main" id="{F5EDCD9C-3A40-15FF-E6D7-12ED8A958F86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1010444" y="8131969"/>
            <a:ext cx="2132012" cy="330200"/>
          </a:xfrm>
          <a:prstGeom prst="line">
            <a:avLst/>
          </a:prstGeom>
          <a:noFill/>
          <a:ln w="19050" cap="rnd">
            <a:solidFill>
              <a:srgbClr val="800000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0971" name="Object 156">
            <a:extLst>
              <a:ext uri="{FF2B5EF4-FFF2-40B4-BE49-F238E27FC236}">
                <a16:creationId xmlns:a16="http://schemas.microsoft.com/office/drawing/2014/main" id="{8747D249-105C-8024-7290-52EBCE1D30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9163" y="8701088"/>
          <a:ext cx="190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720" imgH="215640" progId="Equation.3">
                  <p:embed/>
                </p:oleObj>
              </mc:Choice>
              <mc:Fallback>
                <p:oleObj name="Equation" r:id="rId19" imgW="126720" imgH="215640" progId="Equation.3">
                  <p:embed/>
                  <p:pic>
                    <p:nvPicPr>
                      <p:cNvPr id="0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8701088"/>
                        <a:ext cx="1905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4" name="Text Box 157">
            <a:extLst>
              <a:ext uri="{FF2B5EF4-FFF2-40B4-BE49-F238E27FC236}">
                <a16:creationId xmlns:a16="http://schemas.microsoft.com/office/drawing/2014/main" id="{0E656313-F769-E62F-B702-4B070A8E44C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608138" y="7045325"/>
            <a:ext cx="5254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Camera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41005" name="Line 158">
            <a:extLst>
              <a:ext uri="{FF2B5EF4-FFF2-40B4-BE49-F238E27FC236}">
                <a16:creationId xmlns:a16="http://schemas.microsoft.com/office/drawing/2014/main" id="{7005CF2B-FEDC-63A1-C145-F0946834F7DE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1381125" y="7640638"/>
            <a:ext cx="384175" cy="5715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0972" name="Object 159">
            <a:extLst>
              <a:ext uri="{FF2B5EF4-FFF2-40B4-BE49-F238E27FC236}">
                <a16:creationId xmlns:a16="http://schemas.microsoft.com/office/drawing/2014/main" id="{2023E513-754B-C3B4-AE44-E7FFABC6F3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150" y="7977188"/>
          <a:ext cx="4191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360" imgH="241200" progId="Equation.3">
                  <p:embed/>
                </p:oleObj>
              </mc:Choice>
              <mc:Fallback>
                <p:oleObj name="Equation" r:id="rId20" imgW="279360" imgH="241200" progId="Equation.3">
                  <p:embed/>
                  <p:pic>
                    <p:nvPicPr>
                      <p:cNvPr id="0" name="Object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7977188"/>
                        <a:ext cx="419100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3" name="Object 160">
            <a:extLst>
              <a:ext uri="{FF2B5EF4-FFF2-40B4-BE49-F238E27FC236}">
                <a16:creationId xmlns:a16="http://schemas.microsoft.com/office/drawing/2014/main" id="{32B24812-7608-1DFD-7631-ABE3854D2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5625" y="7689850"/>
          <a:ext cx="5524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68280" imgH="215640" progId="Equation.3">
                  <p:embed/>
                </p:oleObj>
              </mc:Choice>
              <mc:Fallback>
                <p:oleObj name="Equation" r:id="rId21" imgW="368280" imgH="215640" progId="Equation.3">
                  <p:embed/>
                  <p:pic>
                    <p:nvPicPr>
                      <p:cNvPr id="0" name="Object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7689850"/>
                        <a:ext cx="552450" cy="331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6" name="Line 166">
            <a:extLst>
              <a:ext uri="{FF2B5EF4-FFF2-40B4-BE49-F238E27FC236}">
                <a16:creationId xmlns:a16="http://schemas.microsoft.com/office/drawing/2014/main" id="{CBA28107-8CB3-AFFC-C4EE-6BC745F8DB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8521700"/>
            <a:ext cx="3308350" cy="539750"/>
          </a:xfrm>
          <a:prstGeom prst="line">
            <a:avLst/>
          </a:prstGeom>
          <a:noFill/>
          <a:ln w="38100">
            <a:solidFill>
              <a:srgbClr val="808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1007" name="Line 167">
            <a:extLst>
              <a:ext uri="{FF2B5EF4-FFF2-40B4-BE49-F238E27FC236}">
                <a16:creationId xmlns:a16="http://schemas.microsoft.com/office/drawing/2014/main" id="{74F559D6-3790-365C-6246-856E653F85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6975" y="8375650"/>
            <a:ext cx="757238" cy="68103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1008" name="Oval 174">
            <a:extLst>
              <a:ext uri="{FF2B5EF4-FFF2-40B4-BE49-F238E27FC236}">
                <a16:creationId xmlns:a16="http://schemas.microsoft.com/office/drawing/2014/main" id="{20EADD51-4A6C-D16F-C72C-E540BE82A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13" y="89884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40974" name="Object 181">
            <a:extLst>
              <a:ext uri="{FF2B5EF4-FFF2-40B4-BE49-F238E27FC236}">
                <a16:creationId xmlns:a16="http://schemas.microsoft.com/office/drawing/2014/main" id="{467D272B-4DF9-706D-0118-B630D9C663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4175" y="9056688"/>
          <a:ext cx="5905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93480" imgH="228600" progId="Equation.3">
                  <p:embed/>
                </p:oleObj>
              </mc:Choice>
              <mc:Fallback>
                <p:oleObj name="Equation" r:id="rId22" imgW="393480" imgH="228600" progId="Equation.3">
                  <p:embed/>
                  <p:pic>
                    <p:nvPicPr>
                      <p:cNvPr id="0" name="Object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9056688"/>
                        <a:ext cx="590550" cy="350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9" name="Line 197">
            <a:extLst>
              <a:ext uri="{FF2B5EF4-FFF2-40B4-BE49-F238E27FC236}">
                <a16:creationId xmlns:a16="http://schemas.microsoft.com/office/drawing/2014/main" id="{DC4E04CF-D72D-22FF-AF3D-C24397A6E62C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3082131" y="7800182"/>
            <a:ext cx="1998663" cy="304800"/>
          </a:xfrm>
          <a:prstGeom prst="line">
            <a:avLst/>
          </a:prstGeom>
          <a:noFill/>
          <a:ln w="19050" cap="rnd">
            <a:solidFill>
              <a:srgbClr val="800000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1010" name="Line 198">
            <a:extLst>
              <a:ext uri="{FF2B5EF4-FFF2-40B4-BE49-F238E27FC236}">
                <a16:creationId xmlns:a16="http://schemas.microsoft.com/office/drawing/2014/main" id="{64763484-F252-1B73-394E-B9FBF990E091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1896269" y="6560344"/>
            <a:ext cx="1458913" cy="2022475"/>
          </a:xfrm>
          <a:prstGeom prst="line">
            <a:avLst/>
          </a:prstGeom>
          <a:noFill/>
          <a:ln w="19050" cap="rnd">
            <a:solidFill>
              <a:schemeClr val="accent2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pSp>
        <p:nvGrpSpPr>
          <p:cNvPr id="41011" name="Group 192">
            <a:extLst>
              <a:ext uri="{FF2B5EF4-FFF2-40B4-BE49-F238E27FC236}">
                <a16:creationId xmlns:a16="http://schemas.microsoft.com/office/drawing/2014/main" id="{A228F892-4550-8211-995F-0309C48FE1D9}"/>
              </a:ext>
            </a:extLst>
          </p:cNvPr>
          <p:cNvGrpSpPr>
            <a:grpSpLocks/>
          </p:cNvGrpSpPr>
          <p:nvPr/>
        </p:nvGrpSpPr>
        <p:grpSpPr bwMode="auto">
          <a:xfrm rot="300000">
            <a:off x="1268413" y="7226300"/>
            <a:ext cx="381000" cy="330200"/>
            <a:chOff x="96" y="1200"/>
            <a:chExt cx="1104" cy="960"/>
          </a:xfrm>
        </p:grpSpPr>
        <p:sp>
          <p:nvSpPr>
            <p:cNvPr id="41018" name="Rectangle 193">
              <a:extLst>
                <a:ext uri="{FF2B5EF4-FFF2-40B4-BE49-F238E27FC236}">
                  <a16:creationId xmlns:a16="http://schemas.microsoft.com/office/drawing/2014/main" id="{2E4BDE60-5563-008C-119C-248C27364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19" name="Oval 194">
              <a:extLst>
                <a:ext uri="{FF2B5EF4-FFF2-40B4-BE49-F238E27FC236}">
                  <a16:creationId xmlns:a16="http://schemas.microsoft.com/office/drawing/2014/main" id="{914F4129-75C7-3D8C-5D0C-E35DF0DF2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20" name="AutoShape 195">
              <a:extLst>
                <a:ext uri="{FF2B5EF4-FFF2-40B4-BE49-F238E27FC236}">
                  <a16:creationId xmlns:a16="http://schemas.microsoft.com/office/drawing/2014/main" id="{60771A84-E286-9EB4-B9FF-9DB7D8AFCC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21" name="Oval 196">
              <a:extLst>
                <a:ext uri="{FF2B5EF4-FFF2-40B4-BE49-F238E27FC236}">
                  <a16:creationId xmlns:a16="http://schemas.microsoft.com/office/drawing/2014/main" id="{538103EC-42FE-5144-4802-637B6F094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41012" name="Line 155">
            <a:extLst>
              <a:ext uri="{FF2B5EF4-FFF2-40B4-BE49-F238E27FC236}">
                <a16:creationId xmlns:a16="http://schemas.microsoft.com/office/drawing/2014/main" id="{41F34347-A4E6-5977-80FB-C333E858A6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0150" y="7689850"/>
            <a:ext cx="2660650" cy="1371600"/>
          </a:xfrm>
          <a:prstGeom prst="line">
            <a:avLst/>
          </a:prstGeom>
          <a:noFill/>
          <a:ln w="38100">
            <a:solidFill>
              <a:srgbClr val="808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pSp>
        <p:nvGrpSpPr>
          <p:cNvPr id="41013" name="Group 199">
            <a:extLst>
              <a:ext uri="{FF2B5EF4-FFF2-40B4-BE49-F238E27FC236}">
                <a16:creationId xmlns:a16="http://schemas.microsoft.com/office/drawing/2014/main" id="{64E704C4-F374-194E-6BFA-8ADC1F95B083}"/>
              </a:ext>
            </a:extLst>
          </p:cNvPr>
          <p:cNvGrpSpPr>
            <a:grpSpLocks/>
          </p:cNvGrpSpPr>
          <p:nvPr/>
        </p:nvGrpSpPr>
        <p:grpSpPr bwMode="auto">
          <a:xfrm rot="300000">
            <a:off x="1916113" y="8048625"/>
            <a:ext cx="381000" cy="330200"/>
            <a:chOff x="96" y="1200"/>
            <a:chExt cx="1104" cy="960"/>
          </a:xfrm>
        </p:grpSpPr>
        <p:sp>
          <p:nvSpPr>
            <p:cNvPr id="41014" name="Rectangle 200">
              <a:extLst>
                <a:ext uri="{FF2B5EF4-FFF2-40B4-BE49-F238E27FC236}">
                  <a16:creationId xmlns:a16="http://schemas.microsoft.com/office/drawing/2014/main" id="{477E2152-D050-EF0C-BEB4-57960BF71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15" name="Oval 201">
              <a:extLst>
                <a:ext uri="{FF2B5EF4-FFF2-40B4-BE49-F238E27FC236}">
                  <a16:creationId xmlns:a16="http://schemas.microsoft.com/office/drawing/2014/main" id="{91E946AC-1D73-0C5A-4E11-30F231CD2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16" name="AutoShape 202">
              <a:extLst>
                <a:ext uri="{FF2B5EF4-FFF2-40B4-BE49-F238E27FC236}">
                  <a16:creationId xmlns:a16="http://schemas.microsoft.com/office/drawing/2014/main" id="{FA48FE46-A77C-A07C-900B-400D950509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1017" name="Oval 203">
              <a:extLst>
                <a:ext uri="{FF2B5EF4-FFF2-40B4-BE49-F238E27FC236}">
                  <a16:creationId xmlns:a16="http://schemas.microsoft.com/office/drawing/2014/main" id="{6B3576FD-0425-9F12-1290-61CF3279B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aphicFrame>
        <p:nvGraphicFramePr>
          <p:cNvPr id="40975" name="Object 205">
            <a:extLst>
              <a:ext uri="{FF2B5EF4-FFF2-40B4-BE49-F238E27FC236}">
                <a16:creationId xmlns:a16="http://schemas.microsoft.com/office/drawing/2014/main" id="{5055AD2C-FD6B-3A76-608A-241FD8736C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2963" y="8769350"/>
          <a:ext cx="5905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93480" imgH="228600" progId="Equation.3">
                  <p:embed/>
                </p:oleObj>
              </mc:Choice>
              <mc:Fallback>
                <p:oleObj name="Equation" r:id="rId22" imgW="393480" imgH="228600" progId="Equation.3">
                  <p:embed/>
                  <p:pic>
                    <p:nvPicPr>
                      <p:cNvPr id="0" name="Object 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8769350"/>
                        <a:ext cx="590550" cy="35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6" name="AutoShape 56">
            <a:extLst>
              <a:ext uri="{FF2B5EF4-FFF2-40B4-BE49-F238E27FC236}">
                <a16:creationId xmlns:a16="http://schemas.microsoft.com/office/drawing/2014/main" id="{55586349-F168-C4A3-7BAC-31AD46DF095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022475" y="6103938"/>
            <a:ext cx="1774825" cy="749300"/>
          </a:xfrm>
          <a:prstGeom prst="parallelogram">
            <a:avLst>
              <a:gd name="adj" fmla="val 66081"/>
            </a:avLst>
          </a:prstGeom>
          <a:solidFill>
            <a:srgbClr val="00CCFF"/>
          </a:solidFill>
          <a:ln w="19050">
            <a:solidFill>
              <a:srgbClr val="33CC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1997" name="Line 57">
            <a:extLst>
              <a:ext uri="{FF2B5EF4-FFF2-40B4-BE49-F238E27FC236}">
                <a16:creationId xmlns:a16="http://schemas.microsoft.com/office/drawing/2014/main" id="{CE17634A-CCDD-59D5-EF17-B0ED7DBBE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1313" y="6480175"/>
            <a:ext cx="1244600" cy="0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1998" name="Line 58">
            <a:extLst>
              <a:ext uri="{FF2B5EF4-FFF2-40B4-BE49-F238E27FC236}">
                <a16:creationId xmlns:a16="http://schemas.microsoft.com/office/drawing/2014/main" id="{FC5A8033-ACFB-4B03-A757-99E795913CFB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112963" y="6194425"/>
            <a:ext cx="661987" cy="1681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999" name="Line 59">
            <a:extLst>
              <a:ext uri="{FF2B5EF4-FFF2-40B4-BE49-F238E27FC236}">
                <a16:creationId xmlns:a16="http://schemas.microsoft.com/office/drawing/2014/main" id="{044B6A1F-C701-2234-EF18-5C53703148E7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2332038" y="5426075"/>
            <a:ext cx="271462" cy="1633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000" name="Arc 60">
            <a:extLst>
              <a:ext uri="{FF2B5EF4-FFF2-40B4-BE49-F238E27FC236}">
                <a16:creationId xmlns:a16="http://schemas.microsoft.com/office/drawing/2014/main" id="{C492CC22-38C3-D1CE-31DB-5DBDB42A661E}"/>
              </a:ext>
            </a:extLst>
          </p:cNvPr>
          <p:cNvSpPr>
            <a:spLocks/>
          </p:cNvSpPr>
          <p:nvPr/>
        </p:nvSpPr>
        <p:spPr bwMode="auto">
          <a:xfrm flipV="1">
            <a:off x="985838" y="6310313"/>
            <a:ext cx="1874837" cy="852487"/>
          </a:xfrm>
          <a:custGeom>
            <a:avLst/>
            <a:gdLst>
              <a:gd name="T0" fmla="*/ 0 w 41734"/>
              <a:gd name="T1" fmla="*/ 24118555 h 21600"/>
              <a:gd name="T2" fmla="*/ 84224215 w 41734"/>
              <a:gd name="T3" fmla="*/ 25888018 h 21600"/>
              <a:gd name="T4" fmla="*/ 41807369 w 41734"/>
              <a:gd name="T5" fmla="*/ 33645094 h 21600"/>
              <a:gd name="T6" fmla="*/ 0 60000 65536"/>
              <a:gd name="T7" fmla="*/ 0 60000 65536"/>
              <a:gd name="T8" fmla="*/ 0 60000 65536"/>
              <a:gd name="T9" fmla="*/ 0 w 41734"/>
              <a:gd name="T10" fmla="*/ 0 h 21600"/>
              <a:gd name="T11" fmla="*/ 41734 w 4173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734" h="21600" fill="none" extrusionOk="0">
                <a:moveTo>
                  <a:pt x="-1" y="15483"/>
                </a:moveTo>
                <a:cubicBezTo>
                  <a:pt x="2710" y="6302"/>
                  <a:pt x="11142" y="-1"/>
                  <a:pt x="20716" y="0"/>
                </a:cubicBezTo>
                <a:cubicBezTo>
                  <a:pt x="30726" y="0"/>
                  <a:pt x="39425" y="6878"/>
                  <a:pt x="41734" y="16619"/>
                </a:cubicBezTo>
              </a:path>
              <a:path w="41734" h="21600" stroke="0" extrusionOk="0">
                <a:moveTo>
                  <a:pt x="-1" y="15483"/>
                </a:moveTo>
                <a:cubicBezTo>
                  <a:pt x="2710" y="6302"/>
                  <a:pt x="11142" y="-1"/>
                  <a:pt x="20716" y="0"/>
                </a:cubicBezTo>
                <a:cubicBezTo>
                  <a:pt x="30726" y="0"/>
                  <a:pt x="39425" y="6878"/>
                  <a:pt x="41734" y="16619"/>
                </a:cubicBezTo>
                <a:lnTo>
                  <a:pt x="20716" y="21600"/>
                </a:lnTo>
                <a:close/>
              </a:path>
            </a:pathLst>
          </a:cu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2001" name="Line 61">
            <a:extLst>
              <a:ext uri="{FF2B5EF4-FFF2-40B4-BE49-F238E27FC236}">
                <a16:creationId xmlns:a16="http://schemas.microsoft.com/office/drawing/2014/main" id="{360A2CEC-A867-C214-1D4D-9D9EEAD6DE93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1651001" y="5360987"/>
            <a:ext cx="654050" cy="1114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002" name="Line 66">
            <a:extLst>
              <a:ext uri="{FF2B5EF4-FFF2-40B4-BE49-F238E27FC236}">
                <a16:creationId xmlns:a16="http://schemas.microsoft.com/office/drawing/2014/main" id="{7F3A3B61-6D79-7DAA-4528-060625450821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1956594" y="6296819"/>
            <a:ext cx="215900" cy="922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003" name="AutoShape 67">
            <a:extLst>
              <a:ext uri="{FF2B5EF4-FFF2-40B4-BE49-F238E27FC236}">
                <a16:creationId xmlns:a16="http://schemas.microsoft.com/office/drawing/2014/main" id="{6C51231F-82B6-2A3B-6FCE-B68AF197CD4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85876" y="6372225"/>
            <a:ext cx="488950" cy="206375"/>
          </a:xfrm>
          <a:prstGeom prst="parallelogram">
            <a:avLst>
              <a:gd name="adj" fmla="val 66097"/>
            </a:avLst>
          </a:prstGeom>
          <a:solidFill>
            <a:srgbClr val="FF9900"/>
          </a:solidFill>
          <a:ln w="19050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2004" name="Arc 68">
            <a:extLst>
              <a:ext uri="{FF2B5EF4-FFF2-40B4-BE49-F238E27FC236}">
                <a16:creationId xmlns:a16="http://schemas.microsoft.com/office/drawing/2014/main" id="{A5A0D755-E819-6018-EF76-A0414B05B440}"/>
              </a:ext>
            </a:extLst>
          </p:cNvPr>
          <p:cNvSpPr>
            <a:spLocks/>
          </p:cNvSpPr>
          <p:nvPr/>
        </p:nvSpPr>
        <p:spPr bwMode="auto">
          <a:xfrm flipV="1">
            <a:off x="990600" y="6450013"/>
            <a:ext cx="522288" cy="292100"/>
          </a:xfrm>
          <a:custGeom>
            <a:avLst/>
            <a:gdLst>
              <a:gd name="T0" fmla="*/ 0 w 41734"/>
              <a:gd name="T1" fmla="*/ 2831639 h 21600"/>
              <a:gd name="T2" fmla="*/ 6536271 w 41734"/>
              <a:gd name="T3" fmla="*/ 3039395 h 21600"/>
              <a:gd name="T4" fmla="*/ 3244483 w 41734"/>
              <a:gd name="T5" fmla="*/ 3950112 h 21600"/>
              <a:gd name="T6" fmla="*/ 0 60000 65536"/>
              <a:gd name="T7" fmla="*/ 0 60000 65536"/>
              <a:gd name="T8" fmla="*/ 0 60000 65536"/>
              <a:gd name="T9" fmla="*/ 0 w 41734"/>
              <a:gd name="T10" fmla="*/ 0 h 21600"/>
              <a:gd name="T11" fmla="*/ 41734 w 4173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734" h="21600" fill="none" extrusionOk="0">
                <a:moveTo>
                  <a:pt x="-1" y="15483"/>
                </a:moveTo>
                <a:cubicBezTo>
                  <a:pt x="2710" y="6302"/>
                  <a:pt x="11142" y="-1"/>
                  <a:pt x="20716" y="0"/>
                </a:cubicBezTo>
                <a:cubicBezTo>
                  <a:pt x="30726" y="0"/>
                  <a:pt x="39425" y="6878"/>
                  <a:pt x="41734" y="16619"/>
                </a:cubicBezTo>
              </a:path>
              <a:path w="41734" h="21600" stroke="0" extrusionOk="0">
                <a:moveTo>
                  <a:pt x="-1" y="15483"/>
                </a:moveTo>
                <a:cubicBezTo>
                  <a:pt x="2710" y="6302"/>
                  <a:pt x="11142" y="-1"/>
                  <a:pt x="20716" y="0"/>
                </a:cubicBezTo>
                <a:cubicBezTo>
                  <a:pt x="30726" y="0"/>
                  <a:pt x="39425" y="6878"/>
                  <a:pt x="41734" y="16619"/>
                </a:cubicBezTo>
                <a:lnTo>
                  <a:pt x="20716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2005" name="Line 69">
            <a:extLst>
              <a:ext uri="{FF2B5EF4-FFF2-40B4-BE49-F238E27FC236}">
                <a16:creationId xmlns:a16="http://schemas.microsoft.com/office/drawing/2014/main" id="{3FF96ED9-032B-D85B-291E-CDB3691B7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2050" y="6480175"/>
            <a:ext cx="355600" cy="0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2006" name="Text Box 72">
            <a:extLst>
              <a:ext uri="{FF2B5EF4-FFF2-40B4-BE49-F238E27FC236}">
                <a16:creationId xmlns:a16="http://schemas.microsoft.com/office/drawing/2014/main" id="{67F14054-EEC9-61F0-5B68-FED7DC50CC9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82788" y="7218363"/>
            <a:ext cx="238125" cy="1825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solidFill>
                  <a:schemeClr val="accent2"/>
                </a:solidFill>
                <a:latin typeface="Times New Roman" panose="02020603050405020304" pitchFamily="18" charset="0"/>
              </a:rPr>
              <a:t>Far</a:t>
            </a:r>
            <a:endParaRPr lang="en-US" altLang="ko-KR" sz="12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7" name="Text Box 79">
            <a:extLst>
              <a:ext uri="{FF2B5EF4-FFF2-40B4-BE49-F238E27FC236}">
                <a16:creationId xmlns:a16="http://schemas.microsoft.com/office/drawing/2014/main" id="{F888A740-E7FD-B0FB-DB9D-06EC8991DE3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58888" y="6681788"/>
            <a:ext cx="331787" cy="1920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solidFill>
                  <a:srgbClr val="FF0000"/>
                </a:solidFill>
                <a:latin typeface="Times New Roman" panose="02020603050405020304" pitchFamily="18" charset="0"/>
              </a:rPr>
              <a:t>Near</a:t>
            </a:r>
            <a:endParaRPr lang="en-US" altLang="ko-KR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8" name="Line 41">
            <a:extLst>
              <a:ext uri="{FF2B5EF4-FFF2-40B4-BE49-F238E27FC236}">
                <a16:creationId xmlns:a16="http://schemas.microsoft.com/office/drawing/2014/main" id="{ABE7C3BA-8F82-054E-FECF-02F91014F6F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35150" y="1584325"/>
            <a:ext cx="514350" cy="2360613"/>
          </a:xfrm>
          <a:prstGeom prst="line">
            <a:avLst/>
          </a:prstGeom>
          <a:noFill/>
          <a:ln w="25400">
            <a:solidFill>
              <a:srgbClr val="008000"/>
            </a:solidFill>
            <a:prstDash val="sysDot"/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2009" name="Line 44">
            <a:extLst>
              <a:ext uri="{FF2B5EF4-FFF2-40B4-BE49-F238E27FC236}">
                <a16:creationId xmlns:a16="http://schemas.microsoft.com/office/drawing/2014/main" id="{210E46D2-C0E4-5EFC-F79B-71051AAA1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513" y="1497013"/>
            <a:ext cx="0" cy="1730375"/>
          </a:xfrm>
          <a:prstGeom prst="line">
            <a:avLst/>
          </a:prstGeom>
          <a:noFill/>
          <a:ln w="25400" cap="rnd">
            <a:solidFill>
              <a:srgbClr val="FF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2010" name="Arc 42">
            <a:extLst>
              <a:ext uri="{FF2B5EF4-FFF2-40B4-BE49-F238E27FC236}">
                <a16:creationId xmlns:a16="http://schemas.microsoft.com/office/drawing/2014/main" id="{6F01CA16-1FB6-BD8E-2167-C9FBE7680B6E}"/>
              </a:ext>
            </a:extLst>
          </p:cNvPr>
          <p:cNvSpPr>
            <a:spLocks/>
          </p:cNvSpPr>
          <p:nvPr/>
        </p:nvSpPr>
        <p:spPr bwMode="auto">
          <a:xfrm flipH="1">
            <a:off x="1419225" y="1581150"/>
            <a:ext cx="530225" cy="1001713"/>
          </a:xfrm>
          <a:custGeom>
            <a:avLst/>
            <a:gdLst>
              <a:gd name="T0" fmla="*/ 5041866 w 21583"/>
              <a:gd name="T1" fmla="*/ 0 h 19919"/>
              <a:gd name="T2" fmla="*/ 13025927 w 21583"/>
              <a:gd name="T3" fmla="*/ 48205577 h 19919"/>
              <a:gd name="T4" fmla="*/ 0 w 21583"/>
              <a:gd name="T5" fmla="*/ 50375460 h 19919"/>
              <a:gd name="T6" fmla="*/ 0 60000 65536"/>
              <a:gd name="T7" fmla="*/ 0 60000 65536"/>
              <a:gd name="T8" fmla="*/ 0 60000 65536"/>
              <a:gd name="T9" fmla="*/ 0 w 21583"/>
              <a:gd name="T10" fmla="*/ 0 h 19919"/>
              <a:gd name="T11" fmla="*/ 21583 w 21583"/>
              <a:gd name="T12" fmla="*/ 19919 h 199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83" h="19919" fill="none" extrusionOk="0">
                <a:moveTo>
                  <a:pt x="8354" y="-1"/>
                </a:moveTo>
                <a:cubicBezTo>
                  <a:pt x="16091" y="3244"/>
                  <a:pt x="21249" y="10677"/>
                  <a:pt x="21582" y="19061"/>
                </a:cubicBezTo>
              </a:path>
              <a:path w="21583" h="19919" stroke="0" extrusionOk="0">
                <a:moveTo>
                  <a:pt x="8354" y="-1"/>
                </a:moveTo>
                <a:cubicBezTo>
                  <a:pt x="16091" y="3244"/>
                  <a:pt x="21249" y="10677"/>
                  <a:pt x="21582" y="19061"/>
                </a:cubicBezTo>
                <a:lnTo>
                  <a:pt x="0" y="19919"/>
                </a:lnTo>
                <a:close/>
              </a:path>
            </a:pathLst>
          </a:custGeom>
          <a:noFill/>
          <a:ln w="25400" cap="rnd">
            <a:solidFill>
              <a:srgbClr val="FF0000"/>
            </a:solidFill>
            <a:prstDash val="sysDot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2011" name="Text Box 2">
            <a:extLst>
              <a:ext uri="{FF2B5EF4-FFF2-40B4-BE49-F238E27FC236}">
                <a16:creationId xmlns:a16="http://schemas.microsoft.com/office/drawing/2014/main" id="{7DF3FF73-0D05-0104-9EA9-7122709609D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5800" y="762000"/>
            <a:ext cx="3352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Times New Roman" panose="02020603050405020304" pitchFamily="18" charset="0"/>
              </a:rPr>
              <a:t>9. 3</a:t>
            </a:r>
            <a:r>
              <a:rPr lang="ko-KR" altLang="en-US" sz="1400" b="1">
                <a:latin typeface="Times New Roman" panose="02020603050405020304" pitchFamily="18" charset="0"/>
              </a:rPr>
              <a:t>인칭 카메라</a:t>
            </a:r>
            <a:endParaRPr lang="ko-KR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41986" name="Object 13">
            <a:extLst>
              <a:ext uri="{FF2B5EF4-FFF2-40B4-BE49-F238E27FC236}">
                <a16:creationId xmlns:a16="http://schemas.microsoft.com/office/drawing/2014/main" id="{D0F5C1F6-1912-E916-B3C1-05939B4219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9425" y="3968750"/>
          <a:ext cx="190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0" imgH="215640" progId="Equation.3">
                  <p:embed/>
                </p:oleObj>
              </mc:Choice>
              <mc:Fallback>
                <p:oleObj name="Equation" r:id="rId2" imgW="12672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3968750"/>
                        <a:ext cx="1905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18">
            <a:extLst>
              <a:ext uri="{FF2B5EF4-FFF2-40B4-BE49-F238E27FC236}">
                <a16:creationId xmlns:a16="http://schemas.microsoft.com/office/drawing/2014/main" id="{8C2DE4C9-43DA-03B2-9A98-D9D4BC7CC2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6188" y="3176588"/>
          <a:ext cx="4191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241200" progId="Equation.3">
                  <p:embed/>
                </p:oleObj>
              </mc:Choice>
              <mc:Fallback>
                <p:oleObj name="Equation" r:id="rId4" imgW="279360" imgH="24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3176588"/>
                        <a:ext cx="419100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19">
            <a:extLst>
              <a:ext uri="{FF2B5EF4-FFF2-40B4-BE49-F238E27FC236}">
                <a16:creationId xmlns:a16="http://schemas.microsoft.com/office/drawing/2014/main" id="{DCB0DDCD-C8BF-C0A1-F2BD-212EDDBC1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6475" y="2792413"/>
          <a:ext cx="55245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280" imgH="215640" progId="Equation.3">
                  <p:embed/>
                </p:oleObj>
              </mc:Choice>
              <mc:Fallback>
                <p:oleObj name="Equation" r:id="rId6" imgW="368280" imgH="215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2792413"/>
                        <a:ext cx="552450" cy="3317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12" name="Group 33">
            <a:extLst>
              <a:ext uri="{FF2B5EF4-FFF2-40B4-BE49-F238E27FC236}">
                <a16:creationId xmlns:a16="http://schemas.microsoft.com/office/drawing/2014/main" id="{3B3E76A7-41F1-11B8-6FB6-A88C892201B8}"/>
              </a:ext>
            </a:extLst>
          </p:cNvPr>
          <p:cNvGrpSpPr>
            <a:grpSpLocks/>
          </p:cNvGrpSpPr>
          <p:nvPr/>
        </p:nvGrpSpPr>
        <p:grpSpPr bwMode="auto">
          <a:xfrm>
            <a:off x="4437063" y="1808163"/>
            <a:ext cx="598487" cy="1370012"/>
            <a:chOff x="2387" y="806"/>
            <a:chExt cx="635" cy="1453"/>
          </a:xfrm>
        </p:grpSpPr>
        <p:sp>
          <p:nvSpPr>
            <p:cNvPr id="42048" name="Oval 28">
              <a:extLst>
                <a:ext uri="{FF2B5EF4-FFF2-40B4-BE49-F238E27FC236}">
                  <a16:creationId xmlns:a16="http://schemas.microsoft.com/office/drawing/2014/main" id="{FC524A1A-C563-9FBB-6C6F-071054069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806"/>
              <a:ext cx="499" cy="499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2049" name="Line 29">
              <a:extLst>
                <a:ext uri="{FF2B5EF4-FFF2-40B4-BE49-F238E27FC236}">
                  <a16:creationId xmlns:a16="http://schemas.microsoft.com/office/drawing/2014/main" id="{186EA0D3-5F0D-A95A-C9A1-3A1F06469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4" y="1306"/>
              <a:ext cx="0" cy="635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050" name="Line 30">
              <a:extLst>
                <a:ext uri="{FF2B5EF4-FFF2-40B4-BE49-F238E27FC236}">
                  <a16:creationId xmlns:a16="http://schemas.microsoft.com/office/drawing/2014/main" id="{F723C2D4-BAEC-8879-08CD-7BFC4E43B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" y="1487"/>
              <a:ext cx="589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051" name="Line 31">
              <a:extLst>
                <a:ext uri="{FF2B5EF4-FFF2-40B4-BE49-F238E27FC236}">
                  <a16:creationId xmlns:a16="http://schemas.microsoft.com/office/drawing/2014/main" id="{A7C74700-46D4-B070-33B9-8ADDD2314F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7" y="1941"/>
              <a:ext cx="317" cy="31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052" name="Line 32">
              <a:extLst>
                <a:ext uri="{FF2B5EF4-FFF2-40B4-BE49-F238E27FC236}">
                  <a16:creationId xmlns:a16="http://schemas.microsoft.com/office/drawing/2014/main" id="{6B41E76C-D2C6-D8B9-986A-5598F54FE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4" y="1941"/>
              <a:ext cx="318" cy="318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2013" name="Line 34">
            <a:extLst>
              <a:ext uri="{FF2B5EF4-FFF2-40B4-BE49-F238E27FC236}">
                <a16:creationId xmlns:a16="http://schemas.microsoft.com/office/drawing/2014/main" id="{9A3ADDE4-A280-3319-3B3F-7012CAB48503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2894806" y="727869"/>
            <a:ext cx="955675" cy="2598738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2014" name="Line 6">
            <a:extLst>
              <a:ext uri="{FF2B5EF4-FFF2-40B4-BE49-F238E27FC236}">
                <a16:creationId xmlns:a16="http://schemas.microsoft.com/office/drawing/2014/main" id="{D879FCFC-E812-3B84-ABBF-E1B32D02299D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538412" y="1308101"/>
            <a:ext cx="1266825" cy="2673350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2015" name="Line 5">
            <a:extLst>
              <a:ext uri="{FF2B5EF4-FFF2-40B4-BE49-F238E27FC236}">
                <a16:creationId xmlns:a16="http://schemas.microsoft.com/office/drawing/2014/main" id="{5637E5AA-CAEF-A88A-149A-12324E7F3B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8438" y="2909888"/>
            <a:ext cx="881062" cy="103505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2016" name="Line 12">
            <a:extLst>
              <a:ext uri="{FF2B5EF4-FFF2-40B4-BE49-F238E27FC236}">
                <a16:creationId xmlns:a16="http://schemas.microsoft.com/office/drawing/2014/main" id="{62CE7E92-8C56-E5A1-7456-3399C9B213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2505075"/>
            <a:ext cx="2322513" cy="1392238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2017" name="Line 15">
            <a:extLst>
              <a:ext uri="{FF2B5EF4-FFF2-40B4-BE49-F238E27FC236}">
                <a16:creationId xmlns:a16="http://schemas.microsoft.com/office/drawing/2014/main" id="{266F3D86-1402-11D2-A50B-1A3C51FAFF4A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1765300" y="2628901"/>
            <a:ext cx="117475" cy="24765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2018" name="Line 35">
            <a:extLst>
              <a:ext uri="{FF2B5EF4-FFF2-40B4-BE49-F238E27FC236}">
                <a16:creationId xmlns:a16="http://schemas.microsoft.com/office/drawing/2014/main" id="{67B800DD-4E76-CA79-DF15-32B4C718DFF7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105819" y="1515269"/>
            <a:ext cx="190500" cy="160338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2019" name="Line 43">
            <a:extLst>
              <a:ext uri="{FF2B5EF4-FFF2-40B4-BE49-F238E27FC236}">
                <a16:creationId xmlns:a16="http://schemas.microsoft.com/office/drawing/2014/main" id="{C757523E-1AD4-0580-7C48-2354C4CF23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0450" y="3225800"/>
            <a:ext cx="2393950" cy="719138"/>
          </a:xfrm>
          <a:prstGeom prst="line">
            <a:avLst/>
          </a:prstGeom>
          <a:noFill/>
          <a:ln w="25400">
            <a:solidFill>
              <a:srgbClr val="00808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2020" name="Oval 20">
            <a:extLst>
              <a:ext uri="{FF2B5EF4-FFF2-40B4-BE49-F238E27FC236}">
                <a16:creationId xmlns:a16="http://schemas.microsoft.com/office/drawing/2014/main" id="{854D2067-A5DC-D3AE-20F8-71D098557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6475" y="38735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aphicFrame>
        <p:nvGraphicFramePr>
          <p:cNvPr id="41989" name="Object 45">
            <a:extLst>
              <a:ext uri="{FF2B5EF4-FFF2-40B4-BE49-F238E27FC236}">
                <a16:creationId xmlns:a16="http://schemas.microsoft.com/office/drawing/2014/main" id="{3815F933-4163-3BF6-23C6-305363FA89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6338" y="3584575"/>
          <a:ext cx="5715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880" imgH="215640" progId="Equation.3">
                  <p:embed/>
                </p:oleObj>
              </mc:Choice>
              <mc:Fallback>
                <p:oleObj name="Equation" r:id="rId8" imgW="380880" imgH="21564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3584575"/>
                        <a:ext cx="571500" cy="331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1" name="AutoShape 46">
            <a:extLst>
              <a:ext uri="{FF2B5EF4-FFF2-40B4-BE49-F238E27FC236}">
                <a16:creationId xmlns:a16="http://schemas.microsoft.com/office/drawing/2014/main" id="{94F8BFE4-78B2-9B58-B078-E599F1F7513C}"/>
              </a:ext>
            </a:extLst>
          </p:cNvPr>
          <p:cNvSpPr>
            <a:spLocks/>
          </p:cNvSpPr>
          <p:nvPr/>
        </p:nvSpPr>
        <p:spPr bwMode="auto">
          <a:xfrm>
            <a:off x="5108575" y="2433638"/>
            <a:ext cx="215900" cy="863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317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2022" name="Text Box 47">
            <a:extLst>
              <a:ext uri="{FF2B5EF4-FFF2-40B4-BE49-F238E27FC236}">
                <a16:creationId xmlns:a16="http://schemas.microsoft.com/office/drawing/2014/main" id="{5D14EF85-E916-BF86-0160-402822637EE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95913" y="2792413"/>
            <a:ext cx="6381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Epsilon Y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42023" name="Text Box 48">
            <a:extLst>
              <a:ext uri="{FF2B5EF4-FFF2-40B4-BE49-F238E27FC236}">
                <a16:creationId xmlns:a16="http://schemas.microsoft.com/office/drawing/2014/main" id="{80FD746D-E5A7-70C1-CD2F-4054CA2FEE3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2738" y="2000250"/>
            <a:ext cx="279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Times New Roman" panose="02020603050405020304" pitchFamily="18" charset="0"/>
              </a:rPr>
              <a:t>Gap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pSp>
        <p:nvGrpSpPr>
          <p:cNvPr id="42024" name="Group 7">
            <a:extLst>
              <a:ext uri="{FF2B5EF4-FFF2-40B4-BE49-F238E27FC236}">
                <a16:creationId xmlns:a16="http://schemas.microsoft.com/office/drawing/2014/main" id="{A733ABBE-B36C-B5AF-0836-EDC83D076DA4}"/>
              </a:ext>
            </a:extLst>
          </p:cNvPr>
          <p:cNvGrpSpPr>
            <a:grpSpLocks/>
          </p:cNvGrpSpPr>
          <p:nvPr/>
        </p:nvGrpSpPr>
        <p:grpSpPr bwMode="auto">
          <a:xfrm rot="-300000">
            <a:off x="1306513" y="2562225"/>
            <a:ext cx="381000" cy="330200"/>
            <a:chOff x="96" y="1200"/>
            <a:chExt cx="1104" cy="960"/>
          </a:xfrm>
        </p:grpSpPr>
        <p:sp>
          <p:nvSpPr>
            <p:cNvPr id="42044" name="Rectangle 8">
              <a:extLst>
                <a:ext uri="{FF2B5EF4-FFF2-40B4-BE49-F238E27FC236}">
                  <a16:creationId xmlns:a16="http://schemas.microsoft.com/office/drawing/2014/main" id="{18D3552A-D6C7-9AF3-787C-F9E52E7EB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2045" name="Oval 9">
              <a:extLst>
                <a:ext uri="{FF2B5EF4-FFF2-40B4-BE49-F238E27FC236}">
                  <a16:creationId xmlns:a16="http://schemas.microsoft.com/office/drawing/2014/main" id="{281ECC2C-9E21-ADB9-2B65-90CAE2F8E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2046" name="AutoShape 10">
              <a:extLst>
                <a:ext uri="{FF2B5EF4-FFF2-40B4-BE49-F238E27FC236}">
                  <a16:creationId xmlns:a16="http://schemas.microsoft.com/office/drawing/2014/main" id="{5BCB5465-C041-BB52-D073-40D351536D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2047" name="Oval 11">
              <a:extLst>
                <a:ext uri="{FF2B5EF4-FFF2-40B4-BE49-F238E27FC236}">
                  <a16:creationId xmlns:a16="http://schemas.microsoft.com/office/drawing/2014/main" id="{8ACBFCE4-55C9-F090-EA43-AD4D58AA7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pSp>
        <p:nvGrpSpPr>
          <p:cNvPr id="42025" name="Group 36">
            <a:extLst>
              <a:ext uri="{FF2B5EF4-FFF2-40B4-BE49-F238E27FC236}">
                <a16:creationId xmlns:a16="http://schemas.microsoft.com/office/drawing/2014/main" id="{1195476A-4217-E971-1F0F-1F91F93AB348}"/>
              </a:ext>
            </a:extLst>
          </p:cNvPr>
          <p:cNvGrpSpPr>
            <a:grpSpLocks/>
          </p:cNvGrpSpPr>
          <p:nvPr/>
        </p:nvGrpSpPr>
        <p:grpSpPr bwMode="auto">
          <a:xfrm rot="1200000">
            <a:off x="1731963" y="1262063"/>
            <a:ext cx="381000" cy="330200"/>
            <a:chOff x="96" y="1200"/>
            <a:chExt cx="1104" cy="960"/>
          </a:xfrm>
        </p:grpSpPr>
        <p:sp>
          <p:nvSpPr>
            <p:cNvPr id="42040" name="Rectangle 37">
              <a:extLst>
                <a:ext uri="{FF2B5EF4-FFF2-40B4-BE49-F238E27FC236}">
                  <a16:creationId xmlns:a16="http://schemas.microsoft.com/office/drawing/2014/main" id="{2D55A67A-FFCE-354A-1A28-C807409D9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2041" name="Oval 38">
              <a:extLst>
                <a:ext uri="{FF2B5EF4-FFF2-40B4-BE49-F238E27FC236}">
                  <a16:creationId xmlns:a16="http://schemas.microsoft.com/office/drawing/2014/main" id="{EB3CEBEB-A7D7-8CB9-7B55-897929194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2042" name="AutoShape 39">
              <a:extLst>
                <a:ext uri="{FF2B5EF4-FFF2-40B4-BE49-F238E27FC236}">
                  <a16:creationId xmlns:a16="http://schemas.microsoft.com/office/drawing/2014/main" id="{0FA8E956-D2DB-0586-7978-2F22F1E6CB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2043" name="Oval 40">
              <a:extLst>
                <a:ext uri="{FF2B5EF4-FFF2-40B4-BE49-F238E27FC236}">
                  <a16:creationId xmlns:a16="http://schemas.microsoft.com/office/drawing/2014/main" id="{7110F54F-5F08-1454-0851-F0D9519D8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42026" name="AutoShape 54">
            <a:extLst>
              <a:ext uri="{FF2B5EF4-FFF2-40B4-BE49-F238E27FC236}">
                <a16:creationId xmlns:a16="http://schemas.microsoft.com/office/drawing/2014/main" id="{BC0CBAF9-6521-C90C-4181-6721A6A3994F}"/>
              </a:ext>
            </a:extLst>
          </p:cNvPr>
          <p:cNvSpPr>
            <a:spLocks/>
          </p:cNvSpPr>
          <p:nvPr/>
        </p:nvSpPr>
        <p:spPr bwMode="auto">
          <a:xfrm rot="5107100">
            <a:off x="3020219" y="873919"/>
            <a:ext cx="290513" cy="2974975"/>
          </a:xfrm>
          <a:prstGeom prst="leftBrace">
            <a:avLst>
              <a:gd name="adj1" fmla="val 85337"/>
              <a:gd name="adj2" fmla="val 50000"/>
            </a:avLst>
          </a:prstGeom>
          <a:noFill/>
          <a:ln w="317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pSp>
        <p:nvGrpSpPr>
          <p:cNvPr id="42027" name="Group 74">
            <a:extLst>
              <a:ext uri="{FF2B5EF4-FFF2-40B4-BE49-F238E27FC236}">
                <a16:creationId xmlns:a16="http://schemas.microsoft.com/office/drawing/2014/main" id="{485DA183-C4E3-DED0-3638-74302BF9CBCE}"/>
              </a:ext>
            </a:extLst>
          </p:cNvPr>
          <p:cNvGrpSpPr>
            <a:grpSpLocks/>
          </p:cNvGrpSpPr>
          <p:nvPr/>
        </p:nvGrpSpPr>
        <p:grpSpPr bwMode="auto">
          <a:xfrm>
            <a:off x="901700" y="6303963"/>
            <a:ext cx="280988" cy="265112"/>
            <a:chOff x="96" y="1200"/>
            <a:chExt cx="1104" cy="960"/>
          </a:xfrm>
        </p:grpSpPr>
        <p:sp>
          <p:nvSpPr>
            <p:cNvPr id="42036" name="Rectangle 75">
              <a:extLst>
                <a:ext uri="{FF2B5EF4-FFF2-40B4-BE49-F238E27FC236}">
                  <a16:creationId xmlns:a16="http://schemas.microsoft.com/office/drawing/2014/main" id="{160510FF-8270-A204-17D4-00C457A93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2037" name="Oval 76">
              <a:extLst>
                <a:ext uri="{FF2B5EF4-FFF2-40B4-BE49-F238E27FC236}">
                  <a16:creationId xmlns:a16="http://schemas.microsoft.com/office/drawing/2014/main" id="{2B6FE35A-B57C-EAA6-A913-9A456BD20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2038" name="AutoShape 77">
              <a:extLst>
                <a:ext uri="{FF2B5EF4-FFF2-40B4-BE49-F238E27FC236}">
                  <a16:creationId xmlns:a16="http://schemas.microsoft.com/office/drawing/2014/main" id="{BB10CD3A-E0A9-4A21-274D-D696E6F4FE2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2039" name="Oval 78">
              <a:extLst>
                <a:ext uri="{FF2B5EF4-FFF2-40B4-BE49-F238E27FC236}">
                  <a16:creationId xmlns:a16="http://schemas.microsoft.com/office/drawing/2014/main" id="{9332D6AB-DA33-4937-36C2-972EE94AE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42028" name="Text Box 80">
            <a:extLst>
              <a:ext uri="{FF2B5EF4-FFF2-40B4-BE49-F238E27FC236}">
                <a16:creationId xmlns:a16="http://schemas.microsoft.com/office/drawing/2014/main" id="{230E63A2-EF13-2FEF-EA85-3A36474B2A5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591050" y="5164138"/>
            <a:ext cx="14303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200" b="1">
                <a:latin typeface="Times New Roman" panose="02020603050405020304" pitchFamily="18" charset="0"/>
              </a:rPr>
              <a:t>Viewing Frustum</a:t>
            </a:r>
          </a:p>
          <a:p>
            <a:pPr algn="ctr" eaLnBrk="1" hangingPunct="1"/>
            <a:r>
              <a:rPr lang="en-US" altLang="ko-KR" sz="1200" b="1">
                <a:latin typeface="Times New Roman" panose="02020603050405020304" pitchFamily="18" charset="0"/>
              </a:rPr>
              <a:t>Normal Vector</a:t>
            </a:r>
            <a:endParaRPr lang="en-US" altLang="ko-KR" sz="1200">
              <a:latin typeface="Times New Roman" panose="02020603050405020304" pitchFamily="18" charset="0"/>
            </a:endParaRPr>
          </a:p>
        </p:txBody>
      </p:sp>
      <p:graphicFrame>
        <p:nvGraphicFramePr>
          <p:cNvPr id="41990" name="Object 83">
            <a:extLst>
              <a:ext uri="{FF2B5EF4-FFF2-40B4-BE49-F238E27FC236}">
                <a16:creationId xmlns:a16="http://schemas.microsoft.com/office/drawing/2014/main" id="{021F5C59-1FBB-2381-18F4-EE99CD67C7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7150" y="5654675"/>
          <a:ext cx="3429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" imgH="241200" progId="Equation.3">
                  <p:embed/>
                </p:oleObj>
              </mc:Choice>
              <mc:Fallback>
                <p:oleObj name="Equation" r:id="rId10" imgW="228600" imgH="241200" progId="Equation.3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150" y="5654675"/>
                        <a:ext cx="3429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9" name="Line 88">
            <a:extLst>
              <a:ext uri="{FF2B5EF4-FFF2-40B4-BE49-F238E27FC236}">
                <a16:creationId xmlns:a16="http://schemas.microsoft.com/office/drawing/2014/main" id="{D0707A0B-1192-50BE-B763-E5C1B529F3A7}"/>
              </a:ext>
            </a:extLst>
          </p:cNvPr>
          <p:cNvSpPr>
            <a:spLocks noChangeShapeType="1"/>
          </p:cNvSpPr>
          <p:nvPr/>
        </p:nvSpPr>
        <p:spPr bwMode="auto">
          <a:xfrm rot="1800000" flipV="1">
            <a:off x="5451475" y="6810375"/>
            <a:ext cx="360363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1991" name="Object 89">
            <a:extLst>
              <a:ext uri="{FF2B5EF4-FFF2-40B4-BE49-F238E27FC236}">
                <a16:creationId xmlns:a16="http://schemas.microsoft.com/office/drawing/2014/main" id="{AAAD8871-8AA4-8900-498C-0390547AB4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1025" y="6954838"/>
          <a:ext cx="4762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7160" imgH="241200" progId="Equation.3">
                  <p:embed/>
                </p:oleObj>
              </mc:Choice>
              <mc:Fallback>
                <p:oleObj name="Equation" r:id="rId12" imgW="317160" imgH="241200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5" y="6954838"/>
                        <a:ext cx="4762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0" name="Line 91">
            <a:extLst>
              <a:ext uri="{FF2B5EF4-FFF2-40B4-BE49-F238E27FC236}">
                <a16:creationId xmlns:a16="http://schemas.microsoft.com/office/drawing/2014/main" id="{93B43338-964F-6D22-46E6-38221DF7B4BC}"/>
              </a:ext>
            </a:extLst>
          </p:cNvPr>
          <p:cNvSpPr>
            <a:spLocks noChangeShapeType="1"/>
          </p:cNvSpPr>
          <p:nvPr/>
        </p:nvSpPr>
        <p:spPr bwMode="auto">
          <a:xfrm rot="600000" flipH="1" flipV="1">
            <a:off x="4583113" y="6464300"/>
            <a:ext cx="360362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1992" name="Object 92">
            <a:extLst>
              <a:ext uri="{FF2B5EF4-FFF2-40B4-BE49-F238E27FC236}">
                <a16:creationId xmlns:a16="http://schemas.microsoft.com/office/drawing/2014/main" id="{3F846D4F-C242-6D49-CC45-410CE4E453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4050" y="6032500"/>
          <a:ext cx="38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00" imgH="228600" progId="Equation.3">
                  <p:embed/>
                </p:oleObj>
              </mc:Choice>
              <mc:Fallback>
                <p:oleObj name="Equation" r:id="rId14" imgW="253800" imgH="22860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6032500"/>
                        <a:ext cx="381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1" name="Line 118">
            <a:extLst>
              <a:ext uri="{FF2B5EF4-FFF2-40B4-BE49-F238E27FC236}">
                <a16:creationId xmlns:a16="http://schemas.microsoft.com/office/drawing/2014/main" id="{1DE7A4D7-1F1E-5956-AF97-383753E36AAE}"/>
              </a:ext>
            </a:extLst>
          </p:cNvPr>
          <p:cNvSpPr>
            <a:spLocks noChangeShapeType="1"/>
          </p:cNvSpPr>
          <p:nvPr/>
        </p:nvSpPr>
        <p:spPr bwMode="auto">
          <a:xfrm rot="20400000" flipV="1">
            <a:off x="5121275" y="5891213"/>
            <a:ext cx="0" cy="360362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1993" name="Object 119">
            <a:extLst>
              <a:ext uri="{FF2B5EF4-FFF2-40B4-BE49-F238E27FC236}">
                <a16:creationId xmlns:a16="http://schemas.microsoft.com/office/drawing/2014/main" id="{4F8A89C3-5F79-02F3-D59E-6555BAC6F2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7150" y="7165975"/>
          <a:ext cx="51435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2720" imgH="228600" progId="Equation.3">
                  <p:embed/>
                </p:oleObj>
              </mc:Choice>
              <mc:Fallback>
                <p:oleObj name="Equation" r:id="rId16" imgW="342720" imgH="228600" progId="Equation.3">
                  <p:embed/>
                  <p:pic>
                    <p:nvPicPr>
                      <p:cNvPr id="0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150" y="7165975"/>
                        <a:ext cx="51435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2" name="Line 120">
            <a:extLst>
              <a:ext uri="{FF2B5EF4-FFF2-40B4-BE49-F238E27FC236}">
                <a16:creationId xmlns:a16="http://schemas.microsoft.com/office/drawing/2014/main" id="{E5F23C0E-C754-B281-9D98-6421F8840369}"/>
              </a:ext>
            </a:extLst>
          </p:cNvPr>
          <p:cNvSpPr>
            <a:spLocks noChangeShapeType="1"/>
          </p:cNvSpPr>
          <p:nvPr/>
        </p:nvSpPr>
        <p:spPr bwMode="auto">
          <a:xfrm rot="12000000" flipV="1">
            <a:off x="5121275" y="6829425"/>
            <a:ext cx="0" cy="360363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2033" name="Line 125">
            <a:extLst>
              <a:ext uri="{FF2B5EF4-FFF2-40B4-BE49-F238E27FC236}">
                <a16:creationId xmlns:a16="http://schemas.microsoft.com/office/drawing/2014/main" id="{5C596571-33C6-735F-BBCE-3E15D88BFD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7513" y="6542088"/>
            <a:ext cx="36036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sp>
        <p:nvSpPr>
          <p:cNvPr id="42034" name="Line 126">
            <a:extLst>
              <a:ext uri="{FF2B5EF4-FFF2-40B4-BE49-F238E27FC236}">
                <a16:creationId xmlns:a16="http://schemas.microsoft.com/office/drawing/2014/main" id="{736FE1AF-5002-CCA3-10E3-9853F55D196A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576763" y="6542088"/>
            <a:ext cx="36036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/>
          </a:p>
        </p:txBody>
      </p:sp>
      <p:graphicFrame>
        <p:nvGraphicFramePr>
          <p:cNvPr id="41994" name="Object 127">
            <a:extLst>
              <a:ext uri="{FF2B5EF4-FFF2-40B4-BE49-F238E27FC236}">
                <a16:creationId xmlns:a16="http://schemas.microsoft.com/office/drawing/2014/main" id="{1BBF9A01-57C9-5FFF-9A01-36118F73D7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6700" y="6326188"/>
          <a:ext cx="4381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91960" imgH="228600" progId="Equation.3">
                  <p:embed/>
                </p:oleObj>
              </mc:Choice>
              <mc:Fallback>
                <p:oleObj name="Equation" r:id="rId18" imgW="291960" imgH="228600" progId="Equation.3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6326188"/>
                        <a:ext cx="4381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5" name="Object 128">
            <a:extLst>
              <a:ext uri="{FF2B5EF4-FFF2-40B4-BE49-F238E27FC236}">
                <a16:creationId xmlns:a16="http://schemas.microsoft.com/office/drawing/2014/main" id="{73C9B0D5-C94C-6C1C-3D1C-FE693909E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6925" y="6326188"/>
          <a:ext cx="3619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1200" imgH="228600" progId="Equation.3">
                  <p:embed/>
                </p:oleObj>
              </mc:Choice>
              <mc:Fallback>
                <p:oleObj name="Equation" r:id="rId20" imgW="241200" imgH="228600" progId="Equation.3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6326188"/>
                        <a:ext cx="3619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5" name="AutoShape 130">
            <a:extLst>
              <a:ext uri="{FF2B5EF4-FFF2-40B4-BE49-F238E27FC236}">
                <a16:creationId xmlns:a16="http://schemas.microsoft.com/office/drawing/2014/main" id="{436C471D-4DF8-B8C9-3DD7-1452CD999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650" y="6311900"/>
            <a:ext cx="511175" cy="511175"/>
          </a:xfrm>
          <a:prstGeom prst="rightArrow">
            <a:avLst>
              <a:gd name="adj1" fmla="val 41667"/>
              <a:gd name="adj2" fmla="val 47551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2">
            <a:extLst>
              <a:ext uri="{FF2B5EF4-FFF2-40B4-BE49-F238E27FC236}">
                <a16:creationId xmlns:a16="http://schemas.microsoft.com/office/drawing/2014/main" id="{1BB39741-7EF4-33D6-DC3D-7577FD128B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2166938"/>
          <a:ext cx="2057400" cy="634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4089240" progId="Equation.3">
                  <p:embed/>
                </p:oleObj>
              </mc:Choice>
              <mc:Fallback>
                <p:oleObj name="Equation" r:id="rId2" imgW="1371600" imgH="4089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2166938"/>
                        <a:ext cx="2057400" cy="634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1" name="Rectangle 15">
            <a:extLst>
              <a:ext uri="{FF2B5EF4-FFF2-40B4-BE49-F238E27FC236}">
                <a16:creationId xmlns:a16="http://schemas.microsoft.com/office/drawing/2014/main" id="{FC273AF3-33AD-EC8C-8BCD-AFFD7384F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9600"/>
            <a:ext cx="5715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hangingPunct="1"/>
            <a:r>
              <a:rPr lang="en-US" altLang="ko-KR" sz="2600" b="1">
                <a:latin typeface="Times New Roman" panose="02020603050405020304" pitchFamily="18" charset="0"/>
                <a:ea typeface="바탕" panose="02030600000101010101" pitchFamily="18" charset="-127"/>
              </a:rPr>
              <a:t>Mechanics</a:t>
            </a:r>
          </a:p>
          <a:p>
            <a:pPr algn="just" latinLnBrk="0"/>
            <a:r>
              <a:rPr lang="en-US" altLang="ko-KR" sz="1200">
                <a:latin typeface="바탕" panose="02030600000101010101" pitchFamily="18" charset="-127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3022" name="Rectangle 16">
            <a:extLst>
              <a:ext uri="{FF2B5EF4-FFF2-40B4-BE49-F238E27FC236}">
                <a16:creationId xmlns:a16="http://schemas.microsoft.com/office/drawing/2014/main" id="{938CDC53-BBFF-E0ED-CC13-A20F5EBEC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095375"/>
            <a:ext cx="55721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latinLnBrk="0"/>
            <a:r>
              <a:rPr lang="en-US" altLang="ko-KR" sz="1200" b="1">
                <a:latin typeface="바탕" panose="02030600000101010101" pitchFamily="18" charset="-127"/>
                <a:cs typeface="Times New Roman" panose="02020603050405020304" pitchFamily="18" charset="0"/>
              </a:rPr>
              <a:t>1. </a:t>
            </a:r>
            <a:r>
              <a:rPr lang="ko-KR" altLang="en-US" sz="1200" b="1">
                <a:latin typeface="바탕" panose="02030600000101010101" pitchFamily="18" charset="-127"/>
                <a:cs typeface="Times New Roman" panose="02020603050405020304" pitchFamily="18" charset="0"/>
              </a:rPr>
              <a:t>속도와 속도의 진행 방향으로 이루어진 물체의 가속도 구하기</a:t>
            </a:r>
            <a:endParaRPr lang="en-US" altLang="ko-KR" sz="900" b="1"/>
          </a:p>
        </p:txBody>
      </p:sp>
      <p:graphicFrame>
        <p:nvGraphicFramePr>
          <p:cNvPr id="43011" name="Object 9">
            <a:extLst>
              <a:ext uri="{FF2B5EF4-FFF2-40B4-BE49-F238E27FC236}">
                <a16:creationId xmlns:a16="http://schemas.microsoft.com/office/drawing/2014/main" id="{74404A25-BADF-7AFE-2572-0AEFF01BE2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5207000"/>
          <a:ext cx="1485900" cy="453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360" imgH="2920680" progId="Equation.3">
                  <p:embed/>
                </p:oleObj>
              </mc:Choice>
              <mc:Fallback>
                <p:oleObj name="Equation" r:id="rId4" imgW="990360" imgH="29206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5207000"/>
                        <a:ext cx="1485900" cy="453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23" name="그룹 53">
            <a:extLst>
              <a:ext uri="{FF2B5EF4-FFF2-40B4-BE49-F238E27FC236}">
                <a16:creationId xmlns:a16="http://schemas.microsoft.com/office/drawing/2014/main" id="{A6EA13FE-ABD6-00C8-F00C-3CF6D4CEF8D6}"/>
              </a:ext>
            </a:extLst>
          </p:cNvPr>
          <p:cNvGrpSpPr>
            <a:grpSpLocks/>
          </p:cNvGrpSpPr>
          <p:nvPr/>
        </p:nvGrpSpPr>
        <p:grpSpPr bwMode="auto">
          <a:xfrm>
            <a:off x="2357438" y="1881188"/>
            <a:ext cx="4357687" cy="2714625"/>
            <a:chOff x="2357430" y="1309662"/>
            <a:chExt cx="4357706" cy="2714644"/>
          </a:xfrm>
        </p:grpSpPr>
        <p:graphicFrame>
          <p:nvGraphicFramePr>
            <p:cNvPr id="43015" name="Object 4">
              <a:extLst>
                <a:ext uri="{FF2B5EF4-FFF2-40B4-BE49-F238E27FC236}">
                  <a16:creationId xmlns:a16="http://schemas.microsoft.com/office/drawing/2014/main" id="{80050DBE-8BE0-67A5-123D-D437E2674C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8993" y="1809709"/>
            <a:ext cx="323850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5640" imgH="177480" progId="Equation.3">
                    <p:embed/>
                  </p:oleObj>
                </mc:Choice>
                <mc:Fallback>
                  <p:oleObj name="Equation" r:id="rId6" imgW="215640" imgH="17748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8993" y="1809709"/>
                          <a:ext cx="323850" cy="276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3" name="Line 6">
              <a:extLst>
                <a:ext uri="{FF2B5EF4-FFF2-40B4-BE49-F238E27FC236}">
                  <a16:creationId xmlns:a16="http://schemas.microsoft.com/office/drawing/2014/main" id="{A0CAC432-2691-D5DD-C7A3-0432029D4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46157" y="2309794"/>
              <a:ext cx="454347" cy="1714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43034" name="자유형 21">
              <a:extLst>
                <a:ext uri="{FF2B5EF4-FFF2-40B4-BE49-F238E27FC236}">
                  <a16:creationId xmlns:a16="http://schemas.microsoft.com/office/drawing/2014/main" id="{8D6CA444-9116-A494-62EA-3B3C4317E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430" y="2166918"/>
              <a:ext cx="4286256" cy="1630363"/>
            </a:xfrm>
            <a:custGeom>
              <a:avLst/>
              <a:gdLst>
                <a:gd name="T0" fmla="*/ 0 w 5105400"/>
                <a:gd name="T1" fmla="*/ 1705075 h 1558925"/>
                <a:gd name="T2" fmla="*/ 1168183 w 5105400"/>
                <a:gd name="T3" fmla="*/ 59035 h 1558925"/>
                <a:gd name="T4" fmla="*/ 2564631 w 5105400"/>
                <a:gd name="T5" fmla="*/ 1350864 h 1558925"/>
                <a:gd name="T6" fmla="*/ 3598541 w 5105400"/>
                <a:gd name="T7" fmla="*/ 486172 h 15589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05400"/>
                <a:gd name="T13" fmla="*/ 0 h 1558925"/>
                <a:gd name="T14" fmla="*/ 5105400 w 5105400"/>
                <a:gd name="T15" fmla="*/ 1558925 h 15589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05400" h="1558925">
                  <a:moveTo>
                    <a:pt x="0" y="1558925"/>
                  </a:moveTo>
                  <a:cubicBezTo>
                    <a:pt x="525462" y="833437"/>
                    <a:pt x="1050925" y="107950"/>
                    <a:pt x="1657350" y="53975"/>
                  </a:cubicBezTo>
                  <a:cubicBezTo>
                    <a:pt x="2263775" y="0"/>
                    <a:pt x="3063875" y="1169988"/>
                    <a:pt x="3638550" y="1235075"/>
                  </a:cubicBezTo>
                  <a:cubicBezTo>
                    <a:pt x="4213225" y="1300162"/>
                    <a:pt x="4659312" y="872331"/>
                    <a:pt x="5105400" y="444500"/>
                  </a:cubicBezTo>
                </a:path>
              </a:pathLst>
            </a:cu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4" name="Line 6">
              <a:extLst>
                <a:ext uri="{FF2B5EF4-FFF2-40B4-BE49-F238E27FC236}">
                  <a16:creationId xmlns:a16="http://schemas.microsoft.com/office/drawing/2014/main" id="{6BBA01B4-3FE5-A827-95F0-992E3A8225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8060" y="1638276"/>
              <a:ext cx="1428756" cy="642943"/>
            </a:xfrm>
            <a:prstGeom prst="line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  <a:prstDash val="sysDot"/>
              <a:round/>
              <a:headEnd/>
              <a:tailEnd type="stealth" w="med" len="med"/>
            </a:ln>
            <a:effectLst/>
          </p:spPr>
          <p:txBody>
            <a:bodyPr lIns="61711" tIns="30855" rIns="61711" bIns="30855">
              <a:spAutoFit/>
            </a:bodyPr>
            <a:lstStyle/>
            <a:p>
              <a:pPr>
                <a:defRPr/>
              </a:pPr>
              <a:endParaRPr lang="ko-KR" altLang="en-US" dirty="0"/>
            </a:p>
          </p:txBody>
        </p:sp>
        <p:sp>
          <p:nvSpPr>
            <p:cNvPr id="43036" name="Line 6">
              <a:extLst>
                <a:ext uri="{FF2B5EF4-FFF2-40B4-BE49-F238E27FC236}">
                  <a16:creationId xmlns:a16="http://schemas.microsoft.com/office/drawing/2014/main" id="{C1FB40AA-C949-405A-02AE-49028AFFEF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6190" y="2173586"/>
              <a:ext cx="1457338" cy="4572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43037" name="Line 6">
              <a:extLst>
                <a:ext uri="{FF2B5EF4-FFF2-40B4-BE49-F238E27FC236}">
                  <a16:creationId xmlns:a16="http://schemas.microsoft.com/office/drawing/2014/main" id="{75670F6A-96EF-D4AA-C541-DE87042B8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8088" y="1585889"/>
              <a:ext cx="1428760" cy="6429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43038" name="Oval 8">
              <a:extLst>
                <a:ext uri="{FF2B5EF4-FFF2-40B4-BE49-F238E27FC236}">
                  <a16:creationId xmlns:a16="http://schemas.microsoft.com/office/drawing/2014/main" id="{BF338638-7FB5-CA2E-C88D-57239BAF4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813" y="2185968"/>
              <a:ext cx="144462" cy="144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3039" name="Oval 8">
              <a:extLst>
                <a:ext uri="{FF2B5EF4-FFF2-40B4-BE49-F238E27FC236}">
                  <a16:creationId xmlns:a16="http://schemas.microsoft.com/office/drawing/2014/main" id="{F6082C51-F5D0-40C9-933E-1DC154E7B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353" y="2147868"/>
              <a:ext cx="144462" cy="144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3040" name="Line 6">
              <a:extLst>
                <a:ext uri="{FF2B5EF4-FFF2-40B4-BE49-F238E27FC236}">
                  <a16:creationId xmlns:a16="http://schemas.microsoft.com/office/drawing/2014/main" id="{BCD6CDB6-83A7-6600-E7B6-191B5BAD93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6189" y="2238356"/>
              <a:ext cx="214315" cy="17859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graphicFrame>
          <p:nvGraphicFramePr>
            <p:cNvPr id="43016" name="Object 10">
              <a:extLst>
                <a:ext uri="{FF2B5EF4-FFF2-40B4-BE49-F238E27FC236}">
                  <a16:creationId xmlns:a16="http://schemas.microsoft.com/office/drawing/2014/main" id="{1123D4F2-451C-3AB0-9D18-8C38F5E603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6384" y="1636689"/>
            <a:ext cx="1428752" cy="376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52200" imgH="241200" progId="Equation.3">
                    <p:embed/>
                  </p:oleObj>
                </mc:Choice>
                <mc:Fallback>
                  <p:oleObj name="Equation" r:id="rId8" imgW="952200" imgH="2412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6384" y="1636689"/>
                          <a:ext cx="1428752" cy="376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7" name="Object 11">
              <a:extLst>
                <a:ext uri="{FF2B5EF4-FFF2-40B4-BE49-F238E27FC236}">
                  <a16:creationId xmlns:a16="http://schemas.microsoft.com/office/drawing/2014/main" id="{160A1D4D-1D55-84CD-2C79-9917B5CFFA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0570" y="1309662"/>
            <a:ext cx="266700" cy="395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253800" progId="Equation.3">
                    <p:embed/>
                  </p:oleObj>
                </mc:Choice>
                <mc:Fallback>
                  <p:oleObj name="Equation" r:id="rId10" imgW="177480" imgH="2538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570" y="1309662"/>
                          <a:ext cx="266700" cy="395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8" name="Object 12">
              <a:extLst>
                <a:ext uri="{FF2B5EF4-FFF2-40B4-BE49-F238E27FC236}">
                  <a16:creationId xmlns:a16="http://schemas.microsoft.com/office/drawing/2014/main" id="{23550297-E9F6-BAA4-3783-1FFDAC3CD8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38713" y="2247900"/>
            <a:ext cx="247650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4880" imgH="241200" progId="Equation.3">
                    <p:embed/>
                  </p:oleObj>
                </mc:Choice>
                <mc:Fallback>
                  <p:oleObj name="Equation" r:id="rId12" imgW="164880" imgH="2412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8713" y="2247900"/>
                          <a:ext cx="247650" cy="374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Line 6">
              <a:extLst>
                <a:ext uri="{FF2B5EF4-FFF2-40B4-BE49-F238E27FC236}">
                  <a16:creationId xmlns:a16="http://schemas.microsoft.com/office/drawing/2014/main" id="{6BA4E57F-FD3F-E94D-B89F-6B2B592AC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3504" y="1595414"/>
              <a:ext cx="71438" cy="571504"/>
            </a:xfrm>
            <a:prstGeom prst="line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  <a:round/>
              <a:headEnd/>
              <a:tailEnd type="stealth" w="med" len="med"/>
            </a:ln>
            <a:effectLst/>
          </p:spPr>
          <p:txBody>
            <a:bodyPr lIns="61711" tIns="30855" rIns="61711" bIns="30855">
              <a:spAutoFit/>
            </a:bodyPr>
            <a:lstStyle/>
            <a:p>
              <a:pPr>
                <a:defRPr/>
              </a:pPr>
              <a:endParaRPr lang="ko-KR" altLang="en-US" dirty="0"/>
            </a:p>
          </p:txBody>
        </p:sp>
        <p:sp>
          <p:nvSpPr>
            <p:cNvPr id="35" name="Line 6">
              <a:extLst>
                <a:ext uri="{FF2B5EF4-FFF2-40B4-BE49-F238E27FC236}">
                  <a16:creationId xmlns:a16="http://schemas.microsoft.com/office/drawing/2014/main" id="{B40BF31C-F5DA-A64F-5E91-D7885186B0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57624" y="2881298"/>
              <a:ext cx="142876" cy="1143008"/>
            </a:xfrm>
            <a:prstGeom prst="line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  <a:round/>
              <a:headEnd/>
              <a:tailEnd type="stealth" w="med" len="med"/>
            </a:ln>
            <a:effectLst/>
          </p:spPr>
          <p:txBody>
            <a:bodyPr lIns="61711" tIns="30855" rIns="61711" bIns="30855">
              <a:spAutoFit/>
            </a:bodyPr>
            <a:lstStyle/>
            <a:p>
              <a:pPr>
                <a:defRPr/>
              </a:pPr>
              <a:endParaRPr lang="ko-KR" altLang="en-US" dirty="0"/>
            </a:p>
          </p:txBody>
        </p:sp>
        <p:graphicFrame>
          <p:nvGraphicFramePr>
            <p:cNvPr id="43019" name="Object 13">
              <a:extLst>
                <a:ext uri="{FF2B5EF4-FFF2-40B4-BE49-F238E27FC236}">
                  <a16:creationId xmlns:a16="http://schemas.microsoft.com/office/drawing/2014/main" id="{93E9FEE3-BC0F-303E-9210-32B6893A82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7650" y="3300413"/>
            <a:ext cx="2476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880" imgH="215640" progId="Equation.3">
                    <p:embed/>
                  </p:oleObj>
                </mc:Choice>
                <mc:Fallback>
                  <p:oleObj name="Equation" r:id="rId14" imgW="164880" imgH="21564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7650" y="3300413"/>
                          <a:ext cx="247650" cy="336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24" name="그룹 36">
            <a:extLst>
              <a:ext uri="{FF2B5EF4-FFF2-40B4-BE49-F238E27FC236}">
                <a16:creationId xmlns:a16="http://schemas.microsoft.com/office/drawing/2014/main" id="{A3E0D122-C749-D24A-7F60-196A34FF74EC}"/>
              </a:ext>
            </a:extLst>
          </p:cNvPr>
          <p:cNvGrpSpPr>
            <a:grpSpLocks/>
          </p:cNvGrpSpPr>
          <p:nvPr/>
        </p:nvGrpSpPr>
        <p:grpSpPr bwMode="auto">
          <a:xfrm>
            <a:off x="4183063" y="5024438"/>
            <a:ext cx="2532062" cy="2492375"/>
            <a:chOff x="4183063" y="5024438"/>
            <a:chExt cx="2532062" cy="2492375"/>
          </a:xfrm>
        </p:grpSpPr>
        <p:sp>
          <p:nvSpPr>
            <p:cNvPr id="43025" name="Line 6">
              <a:extLst>
                <a:ext uri="{FF2B5EF4-FFF2-40B4-BE49-F238E27FC236}">
                  <a16:creationId xmlns:a16="http://schemas.microsoft.com/office/drawing/2014/main" id="{041EBA6F-CD70-E918-0BBA-7F793738BD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42068" y="5565854"/>
              <a:ext cx="440049" cy="17339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43026" name="Line 6">
              <a:extLst>
                <a:ext uri="{FF2B5EF4-FFF2-40B4-BE49-F238E27FC236}">
                  <a16:creationId xmlns:a16="http://schemas.microsoft.com/office/drawing/2014/main" id="{8D4F695B-B3A5-32C5-AF53-492D90626E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2118" y="5442029"/>
              <a:ext cx="428618" cy="18577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1711" tIns="30855" rIns="61711" bIns="30855">
              <a:spAutoFit/>
            </a:bodyPr>
            <a:lstStyle/>
            <a:p>
              <a:endParaRPr lang="ko-KR" altLang="en-US"/>
            </a:p>
          </p:txBody>
        </p:sp>
        <p:sp>
          <p:nvSpPr>
            <p:cNvPr id="44" name="원호 43">
              <a:extLst>
                <a:ext uri="{FF2B5EF4-FFF2-40B4-BE49-F238E27FC236}">
                  <a16:creationId xmlns:a16="http://schemas.microsoft.com/office/drawing/2014/main" id="{149E9ED4-0FCE-8E79-2C0B-29A64163CF89}"/>
                </a:ext>
              </a:extLst>
            </p:cNvPr>
            <p:cNvSpPr/>
            <p:nvPr/>
          </p:nvSpPr>
          <p:spPr bwMode="auto">
            <a:xfrm rot="18668831">
              <a:off x="4580731" y="5382419"/>
              <a:ext cx="2135188" cy="2133600"/>
            </a:xfrm>
            <a:prstGeom prst="arc">
              <a:avLst>
                <a:gd name="adj1" fmla="val 17360086"/>
                <a:gd name="adj2" fmla="val 20296469"/>
              </a:avLst>
            </a:prstGeom>
            <a:noFill/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graphicFrame>
          <p:nvGraphicFramePr>
            <p:cNvPr id="43012" name="Object 16">
              <a:extLst>
                <a:ext uri="{FF2B5EF4-FFF2-40B4-BE49-F238E27FC236}">
                  <a16:creationId xmlns:a16="http://schemas.microsoft.com/office/drawing/2014/main" id="{C59217D7-BC1F-D674-E5B8-15DE04E5D8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96372" y="5024438"/>
            <a:ext cx="533388" cy="2746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55320" imgH="177480" progId="Equation.3">
                    <p:embed/>
                  </p:oleObj>
                </mc:Choice>
                <mc:Fallback>
                  <p:oleObj name="Equation" r:id="rId16" imgW="355320" imgH="1774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6372" y="5024438"/>
                          <a:ext cx="533388" cy="2746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3" name="Object 17">
              <a:extLst>
                <a:ext uri="{FF2B5EF4-FFF2-40B4-BE49-F238E27FC236}">
                  <a16:creationId xmlns:a16="http://schemas.microsoft.com/office/drawing/2014/main" id="{391AA4C2-412C-198F-BEC4-38016A348D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67918" y="6442347"/>
            <a:ext cx="152397" cy="196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01520" imgH="126720" progId="Equation.3">
                    <p:embed/>
                  </p:oleObj>
                </mc:Choice>
                <mc:Fallback>
                  <p:oleObj name="Equation" r:id="rId18" imgW="101520" imgH="12672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7918" y="6442347"/>
                          <a:ext cx="152397" cy="196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4" name="Object 19">
              <a:extLst>
                <a:ext uri="{FF2B5EF4-FFF2-40B4-BE49-F238E27FC236}">
                  <a16:creationId xmlns:a16="http://schemas.microsoft.com/office/drawing/2014/main" id="{957FA764-CDC0-AC12-3864-FCC66DBFED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9264" y="6238884"/>
            <a:ext cx="323843" cy="2746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15640" imgH="177480" progId="Equation.3">
                    <p:embed/>
                  </p:oleObj>
                </mc:Choice>
                <mc:Fallback>
                  <p:oleObj name="Equation" r:id="rId20" imgW="215640" imgH="1774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9264" y="6238884"/>
                          <a:ext cx="323843" cy="2746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원호 48">
              <a:extLst>
                <a:ext uri="{FF2B5EF4-FFF2-40B4-BE49-F238E27FC236}">
                  <a16:creationId xmlns:a16="http://schemas.microsoft.com/office/drawing/2014/main" id="{58101D77-BC62-C221-907F-0F8252335B47}"/>
                </a:ext>
              </a:extLst>
            </p:cNvPr>
            <p:cNvSpPr/>
            <p:nvPr/>
          </p:nvSpPr>
          <p:spPr bwMode="auto">
            <a:xfrm rot="18900000">
              <a:off x="5178425" y="6559550"/>
              <a:ext cx="858838" cy="860425"/>
            </a:xfrm>
            <a:prstGeom prst="arc">
              <a:avLst>
                <a:gd name="adj1" fmla="val 17360086"/>
                <a:gd name="adj2" fmla="val 20296469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50" name="원호 49">
              <a:extLst>
                <a:ext uri="{FF2B5EF4-FFF2-40B4-BE49-F238E27FC236}">
                  <a16:creationId xmlns:a16="http://schemas.microsoft.com/office/drawing/2014/main" id="{52F37095-D057-5CA5-91E2-975AD4870844}"/>
                </a:ext>
              </a:extLst>
            </p:cNvPr>
            <p:cNvSpPr/>
            <p:nvPr/>
          </p:nvSpPr>
          <p:spPr bwMode="auto">
            <a:xfrm rot="3600000">
              <a:off x="4191001" y="5180012"/>
              <a:ext cx="2171700" cy="2187575"/>
            </a:xfrm>
            <a:prstGeom prst="arc">
              <a:avLst>
                <a:gd name="adj1" fmla="val 15159972"/>
                <a:gd name="adj2" fmla="val 730813"/>
              </a:avLst>
            </a:prstGeom>
            <a:noFill/>
            <a:ln w="254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43030" name="Oval 8">
              <a:extLst>
                <a:ext uri="{FF2B5EF4-FFF2-40B4-BE49-F238E27FC236}">
                  <a16:creationId xmlns:a16="http://schemas.microsoft.com/office/drawing/2014/main" id="{BD55C90B-E93A-1CE5-B145-625BDB499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8727" y="5442006"/>
              <a:ext cx="144459" cy="1444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3031" name="Oval 8">
              <a:extLst>
                <a:ext uri="{FF2B5EF4-FFF2-40B4-BE49-F238E27FC236}">
                  <a16:creationId xmlns:a16="http://schemas.microsoft.com/office/drawing/2014/main" id="{7DBEA94E-EDC0-79F2-A8B8-D34857DD7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9300" y="5380105"/>
              <a:ext cx="144459" cy="1444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43032" name="Oval 8">
              <a:extLst>
                <a:ext uri="{FF2B5EF4-FFF2-40B4-BE49-F238E27FC236}">
                  <a16:creationId xmlns:a16="http://schemas.microsoft.com/office/drawing/2014/main" id="{83B3396D-2C03-8250-CF95-3A7B3E33C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0682" y="7228311"/>
              <a:ext cx="144459" cy="1444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aphicFrame>
        <p:nvGraphicFramePr>
          <p:cNvPr id="43020" name="Object 19">
            <a:extLst>
              <a:ext uri="{FF2B5EF4-FFF2-40B4-BE49-F238E27FC236}">
                <a16:creationId xmlns:a16="http://schemas.microsoft.com/office/drawing/2014/main" id="{EBEE2AF8-491B-9D40-BEFB-0BC0C2A575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0088" y="2462213"/>
          <a:ext cx="32385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15640" imgH="177480" progId="Equation.3">
                  <p:embed/>
                </p:oleObj>
              </mc:Choice>
              <mc:Fallback>
                <p:oleObj name="Equation" r:id="rId22" imgW="215640" imgH="177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8" y="2462213"/>
                        <a:ext cx="323850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stealth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stealth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3072</TotalTime>
  <Words>1039</Words>
  <Application>Microsoft Office PowerPoint</Application>
  <PresentationFormat>A4 용지(210x297mm)</PresentationFormat>
  <Paragraphs>193</Paragraphs>
  <Slides>42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9" baseType="lpstr">
      <vt:lpstr>굴림</vt:lpstr>
      <vt:lpstr>Arial</vt:lpstr>
      <vt:lpstr>Times New Roman</vt:lpstr>
      <vt:lpstr>바탕</vt:lpstr>
      <vt:lpstr>바탕체</vt:lpstr>
      <vt:lpstr>기본 디자인</vt:lpstr>
      <vt:lpstr>Microsoft Equation 3.0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.</dc:creator>
  <cp:lastModifiedBy>Heesung Oh</cp:lastModifiedBy>
  <cp:revision>224</cp:revision>
  <dcterms:created xsi:type="dcterms:W3CDTF">2002-05-31T07:24:27Z</dcterms:created>
  <dcterms:modified xsi:type="dcterms:W3CDTF">2026-03-11T11:22:33Z</dcterms:modified>
</cp:coreProperties>
</file>