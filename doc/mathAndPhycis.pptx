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72" r:id="rId2"/>
    <p:sldId id="273" r:id="rId3"/>
    <p:sldId id="338" r:id="rId4"/>
    <p:sldId id="343" r:id="rId5"/>
    <p:sldId id="336" r:id="rId6"/>
    <p:sldId id="337" r:id="rId7"/>
    <p:sldId id="339" r:id="rId8"/>
    <p:sldId id="340" r:id="rId9"/>
    <p:sldId id="341" r:id="rId10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  <a:srgbClr val="FF0000"/>
    <a:srgbClr val="CC0000"/>
    <a:srgbClr val="0000FF"/>
    <a:srgbClr val="009900"/>
    <a:srgbClr val="FF00FF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818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01. </a:t>
            </a:r>
            <a:r>
              <a:rPr lang="ko-KR" altLang="en-US" dirty="0"/>
              <a:t>삼각함수</a:t>
            </a:r>
            <a:r>
              <a:rPr lang="en-US" altLang="ko-KR" dirty="0"/>
              <a:t>, </a:t>
            </a:r>
            <a:r>
              <a:rPr lang="ko-KR" altLang="en-US" dirty="0"/>
              <a:t>좌표계</a:t>
            </a:r>
            <a:r>
              <a:rPr lang="en-US" altLang="ko-KR" dirty="0"/>
              <a:t>, </a:t>
            </a:r>
            <a:r>
              <a:rPr lang="ko-KR" altLang="en-US" dirty="0"/>
              <a:t>벡터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1.1 </a:t>
            </a:r>
            <a:r>
              <a:rPr lang="ko-KR" altLang="en-US" b="0" dirty="0"/>
              <a:t>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수의 종류</a:t>
            </a:r>
            <a:endParaRPr lang="en-US" altLang="ko-KR" dirty="0"/>
          </a:p>
          <a:p>
            <a:pPr lvl="1"/>
            <a:r>
              <a:rPr lang="ko-KR" altLang="en-US" dirty="0"/>
              <a:t>자연수</a:t>
            </a:r>
            <a:endParaRPr lang="en-US" altLang="ko-KR" dirty="0"/>
          </a:p>
          <a:p>
            <a:pPr lvl="1"/>
            <a:r>
              <a:rPr lang="ko-KR" altLang="en-US" dirty="0"/>
              <a:t>정수</a:t>
            </a:r>
            <a:endParaRPr lang="en-US" altLang="ko-KR" dirty="0"/>
          </a:p>
          <a:p>
            <a:pPr lvl="2"/>
            <a:r>
              <a:rPr lang="ko-KR" altLang="en-US" dirty="0"/>
              <a:t>양의정수</a:t>
            </a:r>
            <a:endParaRPr lang="en-US" altLang="ko-KR" dirty="0"/>
          </a:p>
          <a:p>
            <a:pPr lvl="2"/>
            <a:r>
              <a:rPr lang="en-US" altLang="ko-KR" dirty="0"/>
              <a:t>0</a:t>
            </a:r>
          </a:p>
          <a:p>
            <a:pPr lvl="2"/>
            <a:r>
              <a:rPr lang="ko-KR" altLang="en-US" dirty="0"/>
              <a:t>음의 정수</a:t>
            </a:r>
            <a:endParaRPr lang="en-US" altLang="ko-KR" dirty="0"/>
          </a:p>
          <a:p>
            <a:pPr lvl="1"/>
            <a:r>
              <a:rPr lang="ko-KR" altLang="en-US" dirty="0"/>
              <a:t>실수</a:t>
            </a:r>
            <a:endParaRPr lang="en-US" altLang="ko-KR" dirty="0"/>
          </a:p>
          <a:p>
            <a:pPr lvl="2"/>
            <a:r>
              <a:rPr lang="ko-KR" altLang="en-US" dirty="0"/>
              <a:t>유리수</a:t>
            </a:r>
            <a:endParaRPr lang="en-US" altLang="ko-KR" dirty="0"/>
          </a:p>
          <a:p>
            <a:pPr lvl="2"/>
            <a:r>
              <a:rPr lang="ko-KR" altLang="en-US" dirty="0"/>
              <a:t>무리수</a:t>
            </a:r>
            <a:endParaRPr lang="en-US" altLang="ko-KR" dirty="0"/>
          </a:p>
          <a:p>
            <a:pPr lvl="1"/>
            <a:r>
              <a:rPr lang="ko-KR" altLang="en-US" dirty="0"/>
              <a:t>복소수</a:t>
            </a:r>
            <a:endParaRPr lang="en-US" altLang="ko-KR" dirty="0"/>
          </a:p>
          <a:p>
            <a:pPr lvl="2"/>
            <a:r>
              <a:rPr lang="en-US" altLang="ko-KR" dirty="0"/>
              <a:t>real number + </a:t>
            </a:r>
            <a:r>
              <a:rPr lang="ko-KR" altLang="en-US" dirty="0"/>
              <a:t>복소수</a:t>
            </a:r>
            <a:endParaRPr lang="en-US" altLang="ko-KR" dirty="0"/>
          </a:p>
          <a:p>
            <a:pPr lvl="1"/>
            <a:r>
              <a:rPr lang="ko-KR" altLang="en-US" dirty="0"/>
              <a:t>사원수</a:t>
            </a:r>
            <a:endParaRPr lang="en-US" altLang="ko-KR" dirty="0"/>
          </a:p>
          <a:p>
            <a:pPr lvl="2"/>
            <a:r>
              <a:rPr lang="en-US" altLang="ko-KR" dirty="0"/>
              <a:t>real </a:t>
            </a:r>
            <a:r>
              <a:rPr lang="en-US" altLang="ko-KR" dirty="0" err="1"/>
              <a:t>numbr</a:t>
            </a:r>
            <a:r>
              <a:rPr lang="en-US" altLang="ko-KR" dirty="0"/>
              <a:t> + </a:t>
            </a:r>
            <a:r>
              <a:rPr lang="ko-KR" altLang="en-US" dirty="0"/>
              <a:t>복소수벡터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306FA-0E77-FA81-B30E-CB36FC72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AAF7CF-66D4-4B60-6C60-C396FA036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1.1.1 </a:t>
            </a:r>
            <a:r>
              <a:rPr lang="ko-KR" altLang="en-US" b="0" dirty="0"/>
              <a:t>이항 연산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FD4F0C-9DB8-ADD1-A8CD-686526A6B5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n</a:t>
            </a:r>
            <a:r>
              <a:rPr lang="ko-KR" altLang="en-US" sz="2400" dirty="0"/>
              <a:t>항 연산</a:t>
            </a:r>
            <a:r>
              <a:rPr lang="en-US" altLang="ko-KR" sz="2400" dirty="0"/>
              <a:t>( n-</a:t>
            </a:r>
            <a:r>
              <a:rPr lang="en-US" altLang="ko-KR" sz="2400" dirty="0" err="1"/>
              <a:t>ary</a:t>
            </a:r>
            <a:r>
              <a:rPr lang="en-US" altLang="ko-KR" sz="2400" dirty="0"/>
              <a:t> operation)</a:t>
            </a:r>
          </a:p>
          <a:p>
            <a:pPr lvl="1"/>
            <a:r>
              <a:rPr lang="ko-KR" altLang="en-US" sz="2000" dirty="0"/>
              <a:t>어떤 집합  </a:t>
            </a:r>
            <a:r>
              <a:rPr lang="en-US" altLang="ko-KR" sz="2000" dirty="0"/>
              <a:t>n</a:t>
            </a:r>
            <a:r>
              <a:rPr lang="ko-KR" altLang="en-US" sz="2000" dirty="0"/>
              <a:t>개 원소의 순서쌍을 이 집합의 하나의 원소로 대응시키는 함수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이항 연산</a:t>
            </a:r>
            <a:r>
              <a:rPr lang="en-US" altLang="ko-KR" sz="2400" dirty="0"/>
              <a:t>(Binary Operation)</a:t>
            </a:r>
          </a:p>
          <a:p>
            <a:pPr lvl="1"/>
            <a:r>
              <a:rPr lang="en-US" altLang="ko-KR" sz="2000" dirty="0"/>
              <a:t> </a:t>
            </a:r>
            <a:r>
              <a:rPr lang="ko-KR" altLang="en-US" sz="2000" dirty="0"/>
              <a:t>두 개의 피연산자를 입력으로 받아 하나의 결과를 생성하는 연산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Closure Property(</a:t>
            </a:r>
            <a:r>
              <a:rPr lang="ko-KR" altLang="en-US" sz="2400" dirty="0"/>
              <a:t>폐쇄성</a:t>
            </a:r>
            <a:r>
              <a:rPr lang="en-US" altLang="ko-KR" sz="2400" dirty="0"/>
              <a:t>: </a:t>
            </a:r>
            <a:r>
              <a:rPr lang="ko-KR" altLang="en-US" sz="2400" dirty="0"/>
              <a:t>닫힘 성질</a:t>
            </a:r>
            <a:r>
              <a:rPr lang="en-US" altLang="ko-KR" sz="2400" dirty="0"/>
              <a:t>)</a:t>
            </a:r>
          </a:p>
          <a:p>
            <a:pPr lvl="1"/>
            <a:r>
              <a:rPr lang="ko-KR" altLang="en-US" sz="2000" dirty="0"/>
              <a:t>집합의 임의의 두 원소를 이항 연산 후</a:t>
            </a:r>
            <a:r>
              <a:rPr lang="en-US" altLang="ko-KR" sz="2000" dirty="0"/>
              <a:t>, </a:t>
            </a:r>
            <a:r>
              <a:rPr lang="ko-KR" altLang="en-US" sz="2000" dirty="0"/>
              <a:t>결과가 다시 그 집합에 속하는 성질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9856139-4721-8FC7-B8EB-87C024A006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5C74CA-4524-3B68-D521-89E5C1836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4135250"/>
            <a:ext cx="2376264" cy="2376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3176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CF55F-00CC-3785-4B89-855E32AA7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D461DA-8C7C-C9B3-840E-99F861DDD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1.1.1.1 </a:t>
            </a:r>
            <a:r>
              <a:rPr lang="ko-KR" altLang="en-US" b="0" dirty="0"/>
              <a:t>이항 연산 성질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E777F2-A124-7A86-1B03-4CECCF85A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800" dirty="0"/>
              <a:t>교환법칙 </a:t>
            </a:r>
            <a:r>
              <a:rPr lang="en-US" altLang="ko-KR" sz="1800" dirty="0"/>
              <a:t>(Commutative)</a:t>
            </a:r>
          </a:p>
          <a:p>
            <a:pPr lvl="1"/>
            <a:r>
              <a:rPr lang="en-US" altLang="ko-KR" sz="1600" dirty="0"/>
              <a:t>a ⊗ b = b ⊗ a</a:t>
            </a:r>
          </a:p>
          <a:p>
            <a:pPr lvl="1"/>
            <a:r>
              <a:rPr lang="ko-KR" altLang="en-US" sz="1600" dirty="0"/>
              <a:t>연산 순서를 바꾸어도 결과가 같다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/>
              <a:t>결합법칙 </a:t>
            </a:r>
            <a:r>
              <a:rPr lang="en-US" altLang="ko-KR" sz="1800" dirty="0"/>
              <a:t>(Associative)</a:t>
            </a:r>
          </a:p>
          <a:p>
            <a:pPr lvl="1"/>
            <a:r>
              <a:rPr lang="en-US" altLang="ko-KR" sz="1600" dirty="0"/>
              <a:t>(a ⊗ b) ⊗ c = a ⊗ (b ⊗ c)</a:t>
            </a:r>
          </a:p>
          <a:p>
            <a:pPr lvl="1"/>
            <a:r>
              <a:rPr lang="ko-KR" altLang="en-US" sz="1600" dirty="0"/>
              <a:t>연산을 묶는 순서를 바꾸어도 결과가 같다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 err="1"/>
              <a:t>항등원</a:t>
            </a:r>
            <a:endParaRPr lang="en-US" altLang="ko-KR" sz="1800" dirty="0"/>
          </a:p>
          <a:p>
            <a:pPr lvl="1"/>
            <a:r>
              <a:rPr lang="en-US" altLang="ko-KR" sz="1600" dirty="0"/>
              <a:t>a ⊗ e = a</a:t>
            </a:r>
          </a:p>
          <a:p>
            <a:pPr lvl="1"/>
            <a:r>
              <a:rPr lang="ko-KR" altLang="en-US" sz="1600" dirty="0"/>
              <a:t>연산 후 값이 변하지 않는 원소가 존재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/>
              <a:t>역원</a:t>
            </a:r>
            <a:endParaRPr lang="en-US" altLang="ko-KR" sz="1800" dirty="0"/>
          </a:p>
          <a:p>
            <a:pPr lvl="1"/>
            <a:r>
              <a:rPr lang="en-US" altLang="ko-KR" sz="1600" dirty="0"/>
              <a:t>a ⊗ a⁻¹ = e</a:t>
            </a:r>
          </a:p>
          <a:p>
            <a:pPr lvl="1"/>
            <a:r>
              <a:rPr lang="ko-KR" altLang="en-US" sz="1600" dirty="0"/>
              <a:t>연산 결과가 항등원이 되는 원소가 존재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/>
              <a:t>분배 법칙 </a:t>
            </a:r>
            <a:r>
              <a:rPr lang="en-US" altLang="ko-KR" sz="1800" dirty="0"/>
              <a:t>(Binary Operation)</a:t>
            </a:r>
          </a:p>
          <a:p>
            <a:pPr lvl="1"/>
            <a:r>
              <a:rPr lang="en-US" altLang="ko-KR" sz="1600" dirty="0"/>
              <a:t> </a:t>
            </a:r>
            <a:r>
              <a:rPr lang="ko-KR" altLang="en-US" sz="1600" dirty="0"/>
              <a:t>한 연산이 다른 연산에 대해 분배되는 성질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D432F94-AA1B-F4BA-08B8-4E56602BA87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115312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259EE-821D-C7D6-1164-C619D3DE3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8832B7-4A9A-B5BE-18B5-2AC9ADCC7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1.2 </a:t>
            </a:r>
            <a:r>
              <a:rPr lang="ko-KR" altLang="en-US" b="0" dirty="0"/>
              <a:t>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A348C1-B611-93DE-99EA-A3B0A7BEE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정의역</a:t>
            </a:r>
            <a:r>
              <a:rPr lang="ko-KR" altLang="en-US" dirty="0"/>
              <a:t> </a:t>
            </a:r>
            <a:r>
              <a:rPr lang="en-US" altLang="ko-KR" dirty="0"/>
              <a:t>(Domain)</a:t>
            </a:r>
          </a:p>
          <a:p>
            <a:pPr lvl="1"/>
            <a:r>
              <a:rPr lang="ko-KR" altLang="en-US" dirty="0"/>
              <a:t>함수에 입력될 수 있는 값들의 집합</a:t>
            </a:r>
            <a:endParaRPr lang="en-US" altLang="ko-KR" dirty="0"/>
          </a:p>
          <a:p>
            <a:r>
              <a:rPr lang="ko-KR" altLang="en-US" dirty="0"/>
              <a:t>공역 </a:t>
            </a:r>
            <a:r>
              <a:rPr lang="en-US" altLang="ko-KR" dirty="0"/>
              <a:t>(Codomain)</a:t>
            </a:r>
          </a:p>
          <a:p>
            <a:pPr lvl="1"/>
            <a:r>
              <a:rPr lang="ko-KR" altLang="en-US" dirty="0"/>
              <a:t>함수의 결과가 속하도록 정해진 집합</a:t>
            </a:r>
            <a:endParaRPr lang="en-US" altLang="ko-KR" dirty="0"/>
          </a:p>
          <a:p>
            <a:r>
              <a:rPr lang="ko-KR" altLang="en-US" dirty="0" err="1"/>
              <a:t>치역</a:t>
            </a:r>
            <a:r>
              <a:rPr lang="ko-KR" altLang="en-US" dirty="0"/>
              <a:t> </a:t>
            </a:r>
            <a:r>
              <a:rPr lang="en-US" altLang="ko-KR" dirty="0"/>
              <a:t>(Range)</a:t>
            </a:r>
          </a:p>
          <a:p>
            <a:pPr lvl="1"/>
            <a:r>
              <a:rPr lang="ko-KR" altLang="en-US" dirty="0"/>
              <a:t>정의역의 값들이 실제로 대응되어 얻어지는 결과 값들의 집합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C7408D-C504-B08C-3F62-E0D2329CB0A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27226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C9E3E-C137-A443-DA65-12A6476DE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804F44-B92E-A25B-69F2-4C98CD821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1.3 </a:t>
            </a:r>
            <a:r>
              <a:rPr lang="ko-KR" altLang="en-US" b="0" dirty="0"/>
              <a:t>삼각함수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7378D9-800A-3DBA-3505-845BC0567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삼각 함수</a:t>
            </a:r>
            <a:endParaRPr lang="en-US" altLang="ko-KR" dirty="0"/>
          </a:p>
          <a:p>
            <a:pPr lvl="1"/>
            <a:r>
              <a:rPr lang="en-US" altLang="ko-KR" dirty="0"/>
              <a:t>sin</a:t>
            </a:r>
          </a:p>
          <a:p>
            <a:pPr lvl="1"/>
            <a:r>
              <a:rPr lang="en-US" altLang="ko-KR" dirty="0"/>
              <a:t>cos</a:t>
            </a:r>
          </a:p>
          <a:p>
            <a:pPr lvl="1"/>
            <a:r>
              <a:rPr lang="en-US" altLang="ko-KR" dirty="0"/>
              <a:t>tan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833F8B-93BC-372C-6826-F4508961D8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81824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5E324-CF37-42A0-2743-16B1B7A10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B1E493-4762-18DD-9ACA-8796A94C0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1.4 </a:t>
            </a:r>
            <a:r>
              <a:rPr lang="ko-KR" altLang="en-US" b="0" dirty="0"/>
              <a:t>좌표계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B20EFD-D962-7262-3521-1F4C2990A3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좌표계란</a:t>
            </a:r>
            <a:endParaRPr lang="en-US" altLang="ko-KR" dirty="0"/>
          </a:p>
          <a:p>
            <a:pPr lvl="1"/>
            <a:r>
              <a:rPr lang="ko-KR" altLang="en-US" dirty="0"/>
              <a:t>왼손 좌표계</a:t>
            </a:r>
            <a:endParaRPr lang="en-US" altLang="ko-KR" dirty="0"/>
          </a:p>
          <a:p>
            <a:pPr lvl="1"/>
            <a:r>
              <a:rPr lang="ko-KR" altLang="en-US" dirty="0"/>
              <a:t>오른손 좌표계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왼손 좌표계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오른손 좌표계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D7B1A34-E1E8-CC92-9358-D57600AAE5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291784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88352-CE2A-84A8-F65D-89EA883AC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125AC0-739F-F7C7-A405-93E54E948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1.5.1 </a:t>
            </a:r>
            <a:r>
              <a:rPr lang="ko-KR" altLang="en-US" b="0" dirty="0"/>
              <a:t>벡터 연산 </a:t>
            </a:r>
            <a:r>
              <a:rPr lang="en-US" altLang="ko-KR" b="0" dirty="0"/>
              <a:t>- </a:t>
            </a:r>
            <a:r>
              <a:rPr lang="ko-KR" altLang="en-US" dirty="0"/>
              <a:t>벡터의 성질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EA3A90-F4EE-B5B4-57DA-91DDD582F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벡터 정의</a:t>
            </a:r>
            <a:endParaRPr lang="en-US" altLang="ko-KR" dirty="0"/>
          </a:p>
          <a:p>
            <a:pPr lvl="1"/>
            <a:r>
              <a:rPr lang="ko-KR" altLang="en-US" dirty="0"/>
              <a:t>간단히 같은 성분으로 구성된 </a:t>
            </a:r>
            <a:r>
              <a:rPr lang="ko-KR" altLang="en-US" dirty="0" err="1"/>
              <a:t>튜플</a:t>
            </a:r>
            <a:r>
              <a:rPr lang="en-US" altLang="ko-KR" dirty="0"/>
              <a:t>(</a:t>
            </a:r>
            <a:r>
              <a:rPr lang="ko-KR" altLang="en-US" dirty="0" err="1"/>
              <a:t>여러요소의</a:t>
            </a:r>
            <a:r>
              <a:rPr lang="ko-KR" altLang="en-US" dirty="0"/>
              <a:t> 한 묶음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스칼라</a:t>
            </a:r>
            <a:endParaRPr lang="en-US" altLang="ko-KR" dirty="0"/>
          </a:p>
          <a:p>
            <a:pPr lvl="1"/>
            <a:r>
              <a:rPr lang="ko-KR" altLang="en-US" dirty="0"/>
              <a:t>차원이 </a:t>
            </a:r>
            <a:r>
              <a:rPr lang="en-US" altLang="ko-KR" dirty="0"/>
              <a:t>1</a:t>
            </a:r>
            <a:r>
              <a:rPr lang="ko-KR" altLang="en-US" dirty="0"/>
              <a:t>인 벡터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6467E3-D1E4-8F4A-7759-1D765F9E63B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28469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8BD31-68F9-6A11-E7A0-3FFD7A5A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05EBDF-DC5A-CEFB-E73E-839CD6D94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1.5.1 </a:t>
            </a:r>
            <a:r>
              <a:rPr lang="ko-KR" altLang="en-US" b="0" dirty="0"/>
              <a:t>벡터 연산 </a:t>
            </a:r>
            <a:r>
              <a:rPr lang="en-US" altLang="ko-KR" b="0" dirty="0"/>
              <a:t>– </a:t>
            </a:r>
            <a:r>
              <a:rPr lang="ko-KR" altLang="en-US" dirty="0"/>
              <a:t>스칼라 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5BE1E7-1A7B-8F00-9340-3379377FA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벡터 정의</a:t>
            </a:r>
            <a:endParaRPr lang="en-US" altLang="ko-KR" dirty="0"/>
          </a:p>
          <a:p>
            <a:pPr lvl="1"/>
            <a:r>
              <a:rPr lang="ko-KR" altLang="en-US" dirty="0"/>
              <a:t>간단히 같은 성분으로 구성된 </a:t>
            </a:r>
            <a:r>
              <a:rPr lang="ko-KR" altLang="en-US" dirty="0" err="1"/>
              <a:t>튜플</a:t>
            </a:r>
            <a:r>
              <a:rPr lang="en-US" altLang="ko-KR" dirty="0"/>
              <a:t>(</a:t>
            </a:r>
            <a:r>
              <a:rPr lang="ko-KR" altLang="en-US" dirty="0" err="1"/>
              <a:t>여러요소의</a:t>
            </a:r>
            <a:r>
              <a:rPr lang="ko-KR" altLang="en-US" dirty="0"/>
              <a:t> 한 묶음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스칼라</a:t>
            </a:r>
            <a:endParaRPr lang="en-US" altLang="ko-KR" dirty="0"/>
          </a:p>
          <a:p>
            <a:pPr lvl="1"/>
            <a:r>
              <a:rPr lang="ko-KR" altLang="en-US" dirty="0"/>
              <a:t>차원이 </a:t>
            </a:r>
            <a:r>
              <a:rPr lang="en-US" altLang="ko-KR" dirty="0"/>
              <a:t>1</a:t>
            </a:r>
            <a:r>
              <a:rPr lang="ko-KR" altLang="en-US" dirty="0"/>
              <a:t>인 벡터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65C547-CE0B-25DB-BC75-9CE223DCDE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4154406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3222</TotalTime>
  <Words>309</Words>
  <Application>Microsoft Office PowerPoint</Application>
  <PresentationFormat>화면 슬라이드 쇼(4:3)</PresentationFormat>
  <Paragraphs>85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HY견고딕</vt:lpstr>
      <vt:lpstr>가을체</vt:lpstr>
      <vt:lpstr>굴림</vt:lpstr>
      <vt:lpstr>Arial</vt:lpstr>
      <vt:lpstr>Wingdings</vt:lpstr>
      <vt:lpstr>기본 디자인</vt:lpstr>
      <vt:lpstr>01. 삼각함수, 좌표계, 벡터</vt:lpstr>
      <vt:lpstr>1.1 수</vt:lpstr>
      <vt:lpstr>1.1.1 이항 연산</vt:lpstr>
      <vt:lpstr>1.1.1.1 이항 연산 성질</vt:lpstr>
      <vt:lpstr>1.2 함수</vt:lpstr>
      <vt:lpstr>1.3 삼각함수</vt:lpstr>
      <vt:lpstr>1.4 좌표계</vt:lpstr>
      <vt:lpstr>1.5.1 벡터 연산 - 벡터의 성질</vt:lpstr>
      <vt:lpstr>1.5.1 벡터 연산 – 스칼라 곱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192</cp:revision>
  <dcterms:created xsi:type="dcterms:W3CDTF">2003-11-30T16:03:20Z</dcterms:created>
  <dcterms:modified xsi:type="dcterms:W3CDTF">2026-03-11T22:15:23Z</dcterms:modified>
</cp:coreProperties>
</file>